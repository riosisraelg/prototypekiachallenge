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2"/>
  </p:notesMasterIdLst>
  <p:sldIdLst>
    <p:sldId id="256" r:id="rId5"/>
    <p:sldId id="281" r:id="rId6"/>
    <p:sldId id="261" r:id="rId7"/>
    <p:sldId id="282" r:id="rId8"/>
    <p:sldId id="283" r:id="rId9"/>
    <p:sldId id="284" r:id="rId10"/>
    <p:sldId id="263" r:id="rId11"/>
    <p:sldId id="290" r:id="rId12"/>
    <p:sldId id="297" r:id="rId13"/>
    <p:sldId id="298" r:id="rId14"/>
    <p:sldId id="299" r:id="rId15"/>
    <p:sldId id="300" r:id="rId16"/>
    <p:sldId id="302" r:id="rId17"/>
    <p:sldId id="301" r:id="rId18"/>
    <p:sldId id="273" r:id="rId19"/>
    <p:sldId id="275" r:id="rId20"/>
    <p:sldId id="280" r:id="rId21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D74B"/>
    <a:srgbClr val="78D6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A0CBFD-7778-46F0-99EF-62E58E1FC84A}" v="41" dt="2025-12-31T18:55:17.716"/>
    <p1510:client id="{7871C3A6-48CF-4E3E-BDBC-535A348A7455}" v="50" dt="2025-12-31T22:32:21.6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06"/>
    <p:restoredTop sz="94703"/>
  </p:normalViewPr>
  <p:slideViewPr>
    <p:cSldViewPr snapToGrid="0">
      <p:cViewPr varScale="1">
        <p:scale>
          <a:sx n="75" d="100"/>
          <a:sy n="75" d="100"/>
        </p:scale>
        <p:origin x="725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GUEL ANGEL PALMA BOJORQUEZ" userId="df2df34a-f417-4387-99e0-084f87681c45" providerId="ADAL" clId="{CDE4673F-04C5-47AB-998C-B65427F0CDCC}"/>
    <pc:docChg chg="undo redo custSel addSld delSld modSld sldOrd modMainMaster">
      <pc:chgData name="MIGUEL ANGEL PALMA BOJORQUEZ" userId="df2df34a-f417-4387-99e0-084f87681c45" providerId="ADAL" clId="{CDE4673F-04C5-47AB-998C-B65427F0CDCC}" dt="2025-12-31T22:32:31.824" v="1027" actId="12"/>
      <pc:docMkLst>
        <pc:docMk/>
      </pc:docMkLst>
      <pc:sldChg chg="mod modShow">
        <pc:chgData name="MIGUEL ANGEL PALMA BOJORQUEZ" userId="df2df34a-f417-4387-99e0-084f87681c45" providerId="ADAL" clId="{CDE4673F-04C5-47AB-998C-B65427F0CDCC}" dt="2025-12-29T18:01:10.441" v="328" actId="729"/>
        <pc:sldMkLst>
          <pc:docMk/>
          <pc:sldMk cId="3412592564" sldId="261"/>
        </pc:sldMkLst>
      </pc:sldChg>
      <pc:sldChg chg="addSp delSp modSp mod chgLayout">
        <pc:chgData name="MIGUEL ANGEL PALMA BOJORQUEZ" userId="df2df34a-f417-4387-99e0-084f87681c45" providerId="ADAL" clId="{CDE4673F-04C5-47AB-998C-B65427F0CDCC}" dt="2025-12-29T18:29:14.357" v="450" actId="404"/>
        <pc:sldMkLst>
          <pc:docMk/>
          <pc:sldMk cId="1707006877" sldId="263"/>
        </pc:sldMkLst>
        <pc:spChg chg="mod ord">
          <ac:chgData name="MIGUEL ANGEL PALMA BOJORQUEZ" userId="df2df34a-f417-4387-99e0-084f87681c45" providerId="ADAL" clId="{CDE4673F-04C5-47AB-998C-B65427F0CDCC}" dt="2025-12-29T18:29:14.357" v="450" actId="404"/>
          <ac:spMkLst>
            <pc:docMk/>
            <pc:sldMk cId="1707006877" sldId="263"/>
            <ac:spMk id="3" creationId="{11D785CC-FC79-D364-64F7-B6FB3007138A}"/>
          </ac:spMkLst>
        </pc:spChg>
        <pc:spChg chg="add mod ord">
          <ac:chgData name="MIGUEL ANGEL PALMA BOJORQUEZ" userId="df2df34a-f417-4387-99e0-084f87681c45" providerId="ADAL" clId="{CDE4673F-04C5-47AB-998C-B65427F0CDCC}" dt="2025-12-29T17:51:55.943" v="166"/>
          <ac:spMkLst>
            <pc:docMk/>
            <pc:sldMk cId="1707006877" sldId="263"/>
            <ac:spMk id="4" creationId="{42AE3179-C587-BBD3-BAEB-08BE3E0D5786}"/>
          </ac:spMkLst>
        </pc:spChg>
      </pc:sldChg>
      <pc:sldChg chg="addSp modSp mod chgLayout">
        <pc:chgData name="MIGUEL ANGEL PALMA BOJORQUEZ" userId="df2df34a-f417-4387-99e0-084f87681c45" providerId="ADAL" clId="{CDE4673F-04C5-47AB-998C-B65427F0CDCC}" dt="2025-12-31T18:56:30.354" v="909" actId="20577"/>
        <pc:sldMkLst>
          <pc:docMk/>
          <pc:sldMk cId="370752883" sldId="273"/>
        </pc:sldMkLst>
        <pc:spChg chg="mod ord">
          <ac:chgData name="MIGUEL ANGEL PALMA BOJORQUEZ" userId="df2df34a-f417-4387-99e0-084f87681c45" providerId="ADAL" clId="{CDE4673F-04C5-47AB-998C-B65427F0CDCC}" dt="2025-12-31T18:56:30.354" v="909" actId="20577"/>
          <ac:spMkLst>
            <pc:docMk/>
            <pc:sldMk cId="370752883" sldId="273"/>
            <ac:spMk id="2" creationId="{2BFB4751-578C-83A4-E20D-A1C9029E885E}"/>
          </ac:spMkLst>
        </pc:spChg>
        <pc:spChg chg="mod ord">
          <ac:chgData name="MIGUEL ANGEL PALMA BOJORQUEZ" userId="df2df34a-f417-4387-99e0-084f87681c45" providerId="ADAL" clId="{CDE4673F-04C5-47AB-998C-B65427F0CDCC}" dt="2025-12-29T18:27:53.022" v="431" actId="20577"/>
          <ac:spMkLst>
            <pc:docMk/>
            <pc:sldMk cId="370752883" sldId="273"/>
            <ac:spMk id="3" creationId="{6218AB3C-FEF0-0EEE-6E9E-35CE2AC767A2}"/>
          </ac:spMkLst>
        </pc:spChg>
      </pc:sldChg>
      <pc:sldChg chg="addSp modSp mod chgLayout">
        <pc:chgData name="MIGUEL ANGEL PALMA BOJORQUEZ" userId="df2df34a-f417-4387-99e0-084f87681c45" providerId="ADAL" clId="{CDE4673F-04C5-47AB-998C-B65427F0CDCC}" dt="2025-12-29T23:37:57.131" v="716" actId="20577"/>
        <pc:sldMkLst>
          <pc:docMk/>
          <pc:sldMk cId="1395006267" sldId="275"/>
        </pc:sldMkLst>
        <pc:spChg chg="mod ord">
          <ac:chgData name="MIGUEL ANGEL PALMA BOJORQUEZ" userId="df2df34a-f417-4387-99e0-084f87681c45" providerId="ADAL" clId="{CDE4673F-04C5-47AB-998C-B65427F0CDCC}" dt="2025-12-29T17:52:31.003" v="168" actId="700"/>
          <ac:spMkLst>
            <pc:docMk/>
            <pc:sldMk cId="1395006267" sldId="275"/>
            <ac:spMk id="2" creationId="{ACFBF5E7-B5D8-F469-BCB5-4272B9EEB914}"/>
          </ac:spMkLst>
        </pc:spChg>
        <pc:spChg chg="mod ord">
          <ac:chgData name="MIGUEL ANGEL PALMA BOJORQUEZ" userId="df2df34a-f417-4387-99e0-084f87681c45" providerId="ADAL" clId="{CDE4673F-04C5-47AB-998C-B65427F0CDCC}" dt="2025-12-29T23:37:57.131" v="716" actId="20577"/>
          <ac:spMkLst>
            <pc:docMk/>
            <pc:sldMk cId="1395006267" sldId="275"/>
            <ac:spMk id="3" creationId="{E7C1F5BE-FEAB-9F34-B21B-F8831711CC1C}"/>
          </ac:spMkLst>
        </pc:spChg>
      </pc:sldChg>
      <pc:sldChg chg="modSp new mod">
        <pc:chgData name="MIGUEL ANGEL PALMA BOJORQUEZ" userId="df2df34a-f417-4387-99e0-084f87681c45" providerId="ADAL" clId="{CDE4673F-04C5-47AB-998C-B65427F0CDCC}" dt="2025-12-29T17:54:22.061" v="250" actId="6549"/>
        <pc:sldMkLst>
          <pc:docMk/>
          <pc:sldMk cId="2489084381" sldId="280"/>
        </pc:sldMkLst>
        <pc:spChg chg="mod">
          <ac:chgData name="MIGUEL ANGEL PALMA BOJORQUEZ" userId="df2df34a-f417-4387-99e0-084f87681c45" providerId="ADAL" clId="{CDE4673F-04C5-47AB-998C-B65427F0CDCC}" dt="2025-12-29T17:54:20.982" v="249" actId="6549"/>
          <ac:spMkLst>
            <pc:docMk/>
            <pc:sldMk cId="2489084381" sldId="280"/>
            <ac:spMk id="2" creationId="{79BC4AF0-91B5-35DD-A4E2-DC28F21FB44F}"/>
          </ac:spMkLst>
        </pc:spChg>
        <pc:spChg chg="mod">
          <ac:chgData name="MIGUEL ANGEL PALMA BOJORQUEZ" userId="df2df34a-f417-4387-99e0-084f87681c45" providerId="ADAL" clId="{CDE4673F-04C5-47AB-998C-B65427F0CDCC}" dt="2025-12-29T17:54:22.061" v="250" actId="6549"/>
          <ac:spMkLst>
            <pc:docMk/>
            <pc:sldMk cId="2489084381" sldId="280"/>
            <ac:spMk id="3" creationId="{C2EA5D7D-0F34-7D87-9E9B-CACE9C29BB9F}"/>
          </ac:spMkLst>
        </pc:spChg>
      </pc:sldChg>
      <pc:sldChg chg="modSp new mod">
        <pc:chgData name="MIGUEL ANGEL PALMA BOJORQUEZ" userId="df2df34a-f417-4387-99e0-084f87681c45" providerId="ADAL" clId="{CDE4673F-04C5-47AB-998C-B65427F0CDCC}" dt="2025-12-31T22:17:40.549" v="914" actId="20577"/>
        <pc:sldMkLst>
          <pc:docMk/>
          <pc:sldMk cId="2653837503" sldId="281"/>
        </pc:sldMkLst>
        <pc:spChg chg="mod">
          <ac:chgData name="MIGUEL ANGEL PALMA BOJORQUEZ" userId="df2df34a-f417-4387-99e0-084f87681c45" providerId="ADAL" clId="{CDE4673F-04C5-47AB-998C-B65427F0CDCC}" dt="2025-12-31T22:17:40.549" v="914" actId="20577"/>
          <ac:spMkLst>
            <pc:docMk/>
            <pc:sldMk cId="2653837503" sldId="281"/>
            <ac:spMk id="2" creationId="{94168340-D607-1B94-9FEC-8440870FEAF6}"/>
          </ac:spMkLst>
        </pc:spChg>
        <pc:spChg chg="mod">
          <ac:chgData name="MIGUEL ANGEL PALMA BOJORQUEZ" userId="df2df34a-f417-4387-99e0-084f87681c45" providerId="ADAL" clId="{CDE4673F-04C5-47AB-998C-B65427F0CDCC}" dt="2025-12-29T17:54:06.105" v="245" actId="6549"/>
          <ac:spMkLst>
            <pc:docMk/>
            <pc:sldMk cId="2653837503" sldId="281"/>
            <ac:spMk id="3" creationId="{E31B5703-2EC6-BA24-DE89-41B72DBC469F}"/>
          </ac:spMkLst>
        </pc:spChg>
        <pc:spChg chg="mod">
          <ac:chgData name="MIGUEL ANGEL PALMA BOJORQUEZ" userId="df2df34a-f417-4387-99e0-084f87681c45" providerId="ADAL" clId="{CDE4673F-04C5-47AB-998C-B65427F0CDCC}" dt="2025-12-29T17:54:09.550" v="247" actId="6549"/>
          <ac:spMkLst>
            <pc:docMk/>
            <pc:sldMk cId="2653837503" sldId="281"/>
            <ac:spMk id="4" creationId="{45F72182-0523-35AD-5963-5A029F3EDA81}"/>
          </ac:spMkLst>
        </pc:spChg>
      </pc:sldChg>
      <pc:sldChg chg="addSp modSp new mod modShow">
        <pc:chgData name="MIGUEL ANGEL PALMA BOJORQUEZ" userId="df2df34a-f417-4387-99e0-084f87681c45" providerId="ADAL" clId="{CDE4673F-04C5-47AB-998C-B65427F0CDCC}" dt="2025-12-31T22:17:54.341" v="916"/>
        <pc:sldMkLst>
          <pc:docMk/>
          <pc:sldMk cId="2463796239" sldId="282"/>
        </pc:sldMkLst>
        <pc:spChg chg="mod">
          <ac:chgData name="MIGUEL ANGEL PALMA BOJORQUEZ" userId="df2df34a-f417-4387-99e0-084f87681c45" providerId="ADAL" clId="{CDE4673F-04C5-47AB-998C-B65427F0CDCC}" dt="2025-12-31T22:17:54.341" v="916"/>
          <ac:spMkLst>
            <pc:docMk/>
            <pc:sldMk cId="2463796239" sldId="282"/>
            <ac:spMk id="2" creationId="{3DFDFF4C-74AA-26DC-E3C5-B701F960BE7E}"/>
          </ac:spMkLst>
        </pc:spChg>
        <pc:spChg chg="mod">
          <ac:chgData name="MIGUEL ANGEL PALMA BOJORQUEZ" userId="df2df34a-f417-4387-99e0-084f87681c45" providerId="ADAL" clId="{CDE4673F-04C5-47AB-998C-B65427F0CDCC}" dt="2025-12-29T18:01:28.637" v="336" actId="20577"/>
          <ac:spMkLst>
            <pc:docMk/>
            <pc:sldMk cId="2463796239" sldId="282"/>
            <ac:spMk id="3" creationId="{22F1D2B7-54D7-FC14-CA61-48BC967A8012}"/>
          </ac:spMkLst>
        </pc:spChg>
        <pc:spChg chg="add mod">
          <ac:chgData name="MIGUEL ANGEL PALMA BOJORQUEZ" userId="df2df34a-f417-4387-99e0-084f87681c45" providerId="ADAL" clId="{CDE4673F-04C5-47AB-998C-B65427F0CDCC}" dt="2025-12-29T18:03:02.959" v="368" actId="20577"/>
          <ac:spMkLst>
            <pc:docMk/>
            <pc:sldMk cId="2463796239" sldId="282"/>
            <ac:spMk id="4" creationId="{9EF194BF-AD00-28FE-95AE-C32DD262E1B7}"/>
          </ac:spMkLst>
        </pc:spChg>
      </pc:sldChg>
      <pc:sldChg chg="addSp delSp modSp add mod modShow">
        <pc:chgData name="MIGUEL ANGEL PALMA BOJORQUEZ" userId="df2df34a-f417-4387-99e0-084f87681c45" providerId="ADAL" clId="{CDE4673F-04C5-47AB-998C-B65427F0CDCC}" dt="2025-12-31T22:18:08.105" v="920" actId="20577"/>
        <pc:sldMkLst>
          <pc:docMk/>
          <pc:sldMk cId="3734934396" sldId="283"/>
        </pc:sldMkLst>
        <pc:spChg chg="mod">
          <ac:chgData name="MIGUEL ANGEL PALMA BOJORQUEZ" userId="df2df34a-f417-4387-99e0-084f87681c45" providerId="ADAL" clId="{CDE4673F-04C5-47AB-998C-B65427F0CDCC}" dt="2025-12-29T18:01:39.203" v="343"/>
          <ac:spMkLst>
            <pc:docMk/>
            <pc:sldMk cId="3734934396" sldId="283"/>
            <ac:spMk id="3" creationId="{9265883B-E739-734D-F97B-6494FD0CFF40}"/>
          </ac:spMkLst>
        </pc:spChg>
        <pc:spChg chg="add mod">
          <ac:chgData name="MIGUEL ANGEL PALMA BOJORQUEZ" userId="df2df34a-f417-4387-99e0-084f87681c45" providerId="ADAL" clId="{CDE4673F-04C5-47AB-998C-B65427F0CDCC}" dt="2025-12-31T22:18:08.105" v="920" actId="20577"/>
          <ac:spMkLst>
            <pc:docMk/>
            <pc:sldMk cId="3734934396" sldId="283"/>
            <ac:spMk id="4" creationId="{D56346FD-4CAB-C9D0-8727-6F6014AA8AB8}"/>
          </ac:spMkLst>
        </pc:spChg>
        <pc:spChg chg="add mod">
          <ac:chgData name="MIGUEL ANGEL PALMA BOJORQUEZ" userId="df2df34a-f417-4387-99e0-084f87681c45" providerId="ADAL" clId="{CDE4673F-04C5-47AB-998C-B65427F0CDCC}" dt="2025-12-29T18:03:28.701" v="377" actId="6549"/>
          <ac:spMkLst>
            <pc:docMk/>
            <pc:sldMk cId="3734934396" sldId="283"/>
            <ac:spMk id="5" creationId="{686824AA-9942-0DE4-5A82-2A9AB5CFEA2B}"/>
          </ac:spMkLst>
        </pc:spChg>
      </pc:sldChg>
      <pc:sldChg chg="addSp delSp modSp add mod modShow">
        <pc:chgData name="MIGUEL ANGEL PALMA BOJORQUEZ" userId="df2df34a-f417-4387-99e0-084f87681c45" providerId="ADAL" clId="{CDE4673F-04C5-47AB-998C-B65427F0CDCC}" dt="2025-12-31T22:18:32.495" v="929" actId="6549"/>
        <pc:sldMkLst>
          <pc:docMk/>
          <pc:sldMk cId="990720325" sldId="284"/>
        </pc:sldMkLst>
        <pc:spChg chg="mod">
          <ac:chgData name="MIGUEL ANGEL PALMA BOJORQUEZ" userId="df2df34a-f417-4387-99e0-084f87681c45" providerId="ADAL" clId="{CDE4673F-04C5-47AB-998C-B65427F0CDCC}" dt="2025-12-29T18:01:51.667" v="346"/>
          <ac:spMkLst>
            <pc:docMk/>
            <pc:sldMk cId="990720325" sldId="284"/>
            <ac:spMk id="3" creationId="{ABEFA2BF-862B-27F9-8A48-2EF43AF75A76}"/>
          </ac:spMkLst>
        </pc:spChg>
        <pc:spChg chg="add mod">
          <ac:chgData name="MIGUEL ANGEL PALMA BOJORQUEZ" userId="df2df34a-f417-4387-99e0-084f87681c45" providerId="ADAL" clId="{CDE4673F-04C5-47AB-998C-B65427F0CDCC}" dt="2025-12-31T22:18:32.495" v="929" actId="6549"/>
          <ac:spMkLst>
            <pc:docMk/>
            <pc:sldMk cId="990720325" sldId="284"/>
            <ac:spMk id="4" creationId="{76172F79-D93B-5E55-91B2-FE08BEE0A54E}"/>
          </ac:spMkLst>
        </pc:spChg>
        <pc:spChg chg="add mod">
          <ac:chgData name="MIGUEL ANGEL PALMA BOJORQUEZ" userId="df2df34a-f417-4387-99e0-084f87681c45" providerId="ADAL" clId="{CDE4673F-04C5-47AB-998C-B65427F0CDCC}" dt="2025-12-29T18:03:29.195" v="378" actId="6549"/>
          <ac:spMkLst>
            <pc:docMk/>
            <pc:sldMk cId="990720325" sldId="284"/>
            <ac:spMk id="5" creationId="{DBC96CE7-5567-B72F-2DC2-6B79C01955C5}"/>
          </ac:spMkLst>
        </pc:spChg>
      </pc:sldChg>
      <pc:sldChg chg="addSp modSp add mod">
        <pc:chgData name="MIGUEL ANGEL PALMA BOJORQUEZ" userId="df2df34a-f417-4387-99e0-084f87681c45" providerId="ADAL" clId="{CDE4673F-04C5-47AB-998C-B65427F0CDCC}" dt="2025-12-31T22:20:21.628" v="942" actId="108"/>
        <pc:sldMkLst>
          <pc:docMk/>
          <pc:sldMk cId="3468876310" sldId="290"/>
        </pc:sldMkLst>
        <pc:spChg chg="add">
          <ac:chgData name="MIGUEL ANGEL PALMA BOJORQUEZ" userId="df2df34a-f417-4387-99e0-084f87681c45" providerId="ADAL" clId="{CDE4673F-04C5-47AB-998C-B65427F0CDCC}" dt="2025-12-31T18:44:50.387" v="785"/>
          <ac:spMkLst>
            <pc:docMk/>
            <pc:sldMk cId="3468876310" sldId="290"/>
            <ac:spMk id="2" creationId="{BA04A212-541D-5896-CAFF-CFA2ED1D0E3F}"/>
          </ac:spMkLst>
        </pc:spChg>
        <pc:spChg chg="add">
          <ac:chgData name="MIGUEL ANGEL PALMA BOJORQUEZ" userId="df2df34a-f417-4387-99e0-084f87681c45" providerId="ADAL" clId="{CDE4673F-04C5-47AB-998C-B65427F0CDCC}" dt="2025-12-31T22:19:43.385" v="932"/>
          <ac:spMkLst>
            <pc:docMk/>
            <pc:sldMk cId="3468876310" sldId="290"/>
            <ac:spMk id="2" creationId="{E421C210-DD02-5EDE-397A-F4F00262934D}"/>
          </ac:spMkLst>
        </pc:spChg>
        <pc:spChg chg="mod">
          <ac:chgData name="MIGUEL ANGEL PALMA BOJORQUEZ" userId="df2df34a-f417-4387-99e0-084f87681c45" providerId="ADAL" clId="{CDE4673F-04C5-47AB-998C-B65427F0CDCC}" dt="2025-12-31T22:20:21.628" v="942" actId="108"/>
          <ac:spMkLst>
            <pc:docMk/>
            <pc:sldMk cId="3468876310" sldId="290"/>
            <ac:spMk id="3" creationId="{83696305-286E-3A24-B5D3-66231A999624}"/>
          </ac:spMkLst>
        </pc:spChg>
        <pc:spChg chg="mod">
          <ac:chgData name="MIGUEL ANGEL PALMA BOJORQUEZ" userId="df2df34a-f417-4387-99e0-084f87681c45" providerId="ADAL" clId="{CDE4673F-04C5-47AB-998C-B65427F0CDCC}" dt="2025-12-31T22:19:35.216" v="931" actId="20577"/>
          <ac:spMkLst>
            <pc:docMk/>
            <pc:sldMk cId="3468876310" sldId="290"/>
            <ac:spMk id="4" creationId="{E675E5A3-D1A1-E890-5928-22797516132F}"/>
          </ac:spMkLst>
        </pc:spChg>
      </pc:sldChg>
      <pc:sldChg chg="addSp modSp add mod">
        <pc:chgData name="MIGUEL ANGEL PALMA BOJORQUEZ" userId="df2df34a-f417-4387-99e0-084f87681c45" providerId="ADAL" clId="{CDE4673F-04C5-47AB-998C-B65427F0CDCC}" dt="2025-12-31T22:22:15.715" v="953" actId="108"/>
        <pc:sldMkLst>
          <pc:docMk/>
          <pc:sldMk cId="2546226073" sldId="297"/>
        </pc:sldMkLst>
        <pc:spChg chg="add">
          <ac:chgData name="MIGUEL ANGEL PALMA BOJORQUEZ" userId="df2df34a-f417-4387-99e0-084f87681c45" providerId="ADAL" clId="{CDE4673F-04C5-47AB-998C-B65427F0CDCC}" dt="2025-12-31T18:46:16.051" v="805"/>
          <ac:spMkLst>
            <pc:docMk/>
            <pc:sldMk cId="2546226073" sldId="297"/>
            <ac:spMk id="2" creationId="{0C86C43D-F219-3241-B5A0-B939B7D2F5F7}"/>
          </ac:spMkLst>
        </pc:spChg>
        <pc:spChg chg="mod">
          <ac:chgData name="MIGUEL ANGEL PALMA BOJORQUEZ" userId="df2df34a-f417-4387-99e0-084f87681c45" providerId="ADAL" clId="{CDE4673F-04C5-47AB-998C-B65427F0CDCC}" dt="2025-12-31T22:22:15.715" v="953" actId="108"/>
          <ac:spMkLst>
            <pc:docMk/>
            <pc:sldMk cId="2546226073" sldId="297"/>
            <ac:spMk id="3" creationId="{54741EEC-9C73-A024-E393-23221007D7E3}"/>
          </ac:spMkLst>
        </pc:spChg>
        <pc:spChg chg="mod">
          <ac:chgData name="MIGUEL ANGEL PALMA BOJORQUEZ" userId="df2df34a-f417-4387-99e0-084f87681c45" providerId="ADAL" clId="{CDE4673F-04C5-47AB-998C-B65427F0CDCC}" dt="2025-12-31T22:21:36.872" v="946" actId="27636"/>
          <ac:spMkLst>
            <pc:docMk/>
            <pc:sldMk cId="2546226073" sldId="297"/>
            <ac:spMk id="4" creationId="{3FC13339-0718-B7A2-30CA-84F6AA1DEDEC}"/>
          </ac:spMkLst>
        </pc:spChg>
      </pc:sldChg>
      <pc:sldChg chg="addSp modSp add mod">
        <pc:chgData name="MIGUEL ANGEL PALMA BOJORQUEZ" userId="df2df34a-f417-4387-99e0-084f87681c45" providerId="ADAL" clId="{CDE4673F-04C5-47AB-998C-B65427F0CDCC}" dt="2025-12-31T22:23:23.341" v="976" actId="108"/>
        <pc:sldMkLst>
          <pc:docMk/>
          <pc:sldMk cId="1091334281" sldId="298"/>
        </pc:sldMkLst>
        <pc:spChg chg="mod">
          <ac:chgData name="MIGUEL ANGEL PALMA BOJORQUEZ" userId="df2df34a-f417-4387-99e0-084f87681c45" providerId="ADAL" clId="{CDE4673F-04C5-47AB-998C-B65427F0CDCC}" dt="2025-12-31T22:23:23.341" v="976" actId="108"/>
          <ac:spMkLst>
            <pc:docMk/>
            <pc:sldMk cId="1091334281" sldId="298"/>
            <ac:spMk id="3" creationId="{125D9D77-7F10-51CF-8ABD-531952D28302}"/>
          </ac:spMkLst>
        </pc:spChg>
        <pc:spChg chg="mod">
          <ac:chgData name="MIGUEL ANGEL PALMA BOJORQUEZ" userId="df2df34a-f417-4387-99e0-084f87681c45" providerId="ADAL" clId="{CDE4673F-04C5-47AB-998C-B65427F0CDCC}" dt="2025-12-31T22:22:52.099" v="968" actId="20577"/>
          <ac:spMkLst>
            <pc:docMk/>
            <pc:sldMk cId="1091334281" sldId="298"/>
            <ac:spMk id="4" creationId="{F959772A-9D09-1492-8D1A-9F8091F97829}"/>
          </ac:spMkLst>
        </pc:spChg>
      </pc:sldChg>
      <pc:sldChg chg="addSp modSp add mod">
        <pc:chgData name="MIGUEL ANGEL PALMA BOJORQUEZ" userId="df2df34a-f417-4387-99e0-084f87681c45" providerId="ADAL" clId="{CDE4673F-04C5-47AB-998C-B65427F0CDCC}" dt="2025-12-31T22:29:14.501" v="1005" actId="6549"/>
        <pc:sldMkLst>
          <pc:docMk/>
          <pc:sldMk cId="3561050564" sldId="299"/>
        </pc:sldMkLst>
        <pc:spChg chg="add">
          <ac:chgData name="MIGUEL ANGEL PALMA BOJORQUEZ" userId="df2df34a-f417-4387-99e0-084f87681c45" providerId="ADAL" clId="{CDE4673F-04C5-47AB-998C-B65427F0CDCC}" dt="2025-12-31T22:28:59.389" v="1001"/>
          <ac:spMkLst>
            <pc:docMk/>
            <pc:sldMk cId="3561050564" sldId="299"/>
            <ac:spMk id="2" creationId="{702639D4-7DCD-60F8-31BB-1B92A9CB1364}"/>
          </ac:spMkLst>
        </pc:spChg>
        <pc:spChg chg="mod">
          <ac:chgData name="MIGUEL ANGEL PALMA BOJORQUEZ" userId="df2df34a-f417-4387-99e0-084f87681c45" providerId="ADAL" clId="{CDE4673F-04C5-47AB-998C-B65427F0CDCC}" dt="2025-12-31T22:29:14.501" v="1005" actId="6549"/>
          <ac:spMkLst>
            <pc:docMk/>
            <pc:sldMk cId="3561050564" sldId="299"/>
            <ac:spMk id="3" creationId="{EDF2DA36-B4AA-4318-C71A-8611B07F223C}"/>
          </ac:spMkLst>
        </pc:spChg>
        <pc:spChg chg="mod">
          <ac:chgData name="MIGUEL ANGEL PALMA BOJORQUEZ" userId="df2df34a-f417-4387-99e0-084f87681c45" providerId="ADAL" clId="{CDE4673F-04C5-47AB-998C-B65427F0CDCC}" dt="2025-12-31T22:24:59.192" v="984" actId="27636"/>
          <ac:spMkLst>
            <pc:docMk/>
            <pc:sldMk cId="3561050564" sldId="299"/>
            <ac:spMk id="4" creationId="{60C75CEB-8AAE-E05A-59B1-860E6028BEB5}"/>
          </ac:spMkLst>
        </pc:spChg>
      </pc:sldChg>
      <pc:sldChg chg="addSp modSp add mod">
        <pc:chgData name="MIGUEL ANGEL PALMA BOJORQUEZ" userId="df2df34a-f417-4387-99e0-084f87681c45" providerId="ADAL" clId="{CDE4673F-04C5-47AB-998C-B65427F0CDCC}" dt="2025-12-31T22:30:06.312" v="1011" actId="12"/>
        <pc:sldMkLst>
          <pc:docMk/>
          <pc:sldMk cId="1596761627" sldId="300"/>
        </pc:sldMkLst>
        <pc:spChg chg="mod">
          <ac:chgData name="MIGUEL ANGEL PALMA BOJORQUEZ" userId="df2df34a-f417-4387-99e0-084f87681c45" providerId="ADAL" clId="{CDE4673F-04C5-47AB-998C-B65427F0CDCC}" dt="2025-12-31T22:30:06.312" v="1011" actId="12"/>
          <ac:spMkLst>
            <pc:docMk/>
            <pc:sldMk cId="1596761627" sldId="300"/>
            <ac:spMk id="3" creationId="{B8873DCC-1C69-C6E8-C8DF-1BDC81BCB882}"/>
          </ac:spMkLst>
        </pc:spChg>
        <pc:spChg chg="mod">
          <ac:chgData name="MIGUEL ANGEL PALMA BOJORQUEZ" userId="df2df34a-f417-4387-99e0-084f87681c45" providerId="ADAL" clId="{CDE4673F-04C5-47AB-998C-B65427F0CDCC}" dt="2025-12-31T22:29:45.175" v="1007" actId="20577"/>
          <ac:spMkLst>
            <pc:docMk/>
            <pc:sldMk cId="1596761627" sldId="300"/>
            <ac:spMk id="4" creationId="{8F17A0F9-B674-C302-2DEE-320D9DCD4F38}"/>
          </ac:spMkLst>
        </pc:spChg>
      </pc:sldChg>
      <pc:sldChg chg="modSp add mod">
        <pc:chgData name="MIGUEL ANGEL PALMA BOJORQUEZ" userId="df2df34a-f417-4387-99e0-084f87681c45" providerId="ADAL" clId="{CDE4673F-04C5-47AB-998C-B65427F0CDCC}" dt="2025-12-31T22:32:31.824" v="1027" actId="12"/>
        <pc:sldMkLst>
          <pc:docMk/>
          <pc:sldMk cId="3462400214" sldId="301"/>
        </pc:sldMkLst>
        <pc:spChg chg="mod">
          <ac:chgData name="MIGUEL ANGEL PALMA BOJORQUEZ" userId="df2df34a-f417-4387-99e0-084f87681c45" providerId="ADAL" clId="{CDE4673F-04C5-47AB-998C-B65427F0CDCC}" dt="2025-12-31T22:32:31.824" v="1027" actId="12"/>
          <ac:spMkLst>
            <pc:docMk/>
            <pc:sldMk cId="3462400214" sldId="301"/>
            <ac:spMk id="3" creationId="{EB5F5ACE-7B9D-DE44-B5C6-797356EB70CD}"/>
          </ac:spMkLst>
        </pc:spChg>
        <pc:spChg chg="mod">
          <ac:chgData name="MIGUEL ANGEL PALMA BOJORQUEZ" userId="df2df34a-f417-4387-99e0-084f87681c45" providerId="ADAL" clId="{CDE4673F-04C5-47AB-998C-B65427F0CDCC}" dt="2025-12-31T22:32:09.376" v="1023" actId="20577"/>
          <ac:spMkLst>
            <pc:docMk/>
            <pc:sldMk cId="3462400214" sldId="301"/>
            <ac:spMk id="4" creationId="{CEB7980D-F7EF-AB0F-4807-600F948D036B}"/>
          </ac:spMkLst>
        </pc:spChg>
      </pc:sldChg>
      <pc:sldChg chg="modSp add mod ord">
        <pc:chgData name="MIGUEL ANGEL PALMA BOJORQUEZ" userId="df2df34a-f417-4387-99e0-084f87681c45" providerId="ADAL" clId="{CDE4673F-04C5-47AB-998C-B65427F0CDCC}" dt="2025-12-31T22:31:21.440" v="1020" actId="108"/>
        <pc:sldMkLst>
          <pc:docMk/>
          <pc:sldMk cId="2405436923" sldId="302"/>
        </pc:sldMkLst>
        <pc:spChg chg="mod">
          <ac:chgData name="MIGUEL ANGEL PALMA BOJORQUEZ" userId="df2df34a-f417-4387-99e0-084f87681c45" providerId="ADAL" clId="{CDE4673F-04C5-47AB-998C-B65427F0CDCC}" dt="2025-12-31T22:31:21.440" v="1020" actId="108"/>
          <ac:spMkLst>
            <pc:docMk/>
            <pc:sldMk cId="2405436923" sldId="302"/>
            <ac:spMk id="3" creationId="{54E807AD-DDD2-51ED-517C-FAA0CDCEAD84}"/>
          </ac:spMkLst>
        </pc:spChg>
        <pc:spChg chg="mod">
          <ac:chgData name="MIGUEL ANGEL PALMA BOJORQUEZ" userId="df2df34a-f417-4387-99e0-084f87681c45" providerId="ADAL" clId="{CDE4673F-04C5-47AB-998C-B65427F0CDCC}" dt="2025-12-31T22:30:47.085" v="1013" actId="20577"/>
          <ac:spMkLst>
            <pc:docMk/>
            <pc:sldMk cId="2405436923" sldId="302"/>
            <ac:spMk id="4" creationId="{3D53E8D5-D5ED-F1A5-BEAF-5930EFE06560}"/>
          </ac:spMkLst>
        </pc:spChg>
      </pc:sldChg>
      <pc:sldChg chg="modSp add del mod">
        <pc:chgData name="MIGUEL ANGEL PALMA BOJORQUEZ" userId="df2df34a-f417-4387-99e0-084f87681c45" providerId="ADAL" clId="{CDE4673F-04C5-47AB-998C-B65427F0CDCC}" dt="2025-12-31T18:56:17.388" v="899" actId="47"/>
        <pc:sldMkLst>
          <pc:docMk/>
          <pc:sldMk cId="4027049235" sldId="303"/>
        </pc:sldMkLst>
      </pc:sldChg>
      <pc:sldChg chg="modSp add del mod">
        <pc:chgData name="MIGUEL ANGEL PALMA BOJORQUEZ" userId="df2df34a-f417-4387-99e0-084f87681c45" providerId="ADAL" clId="{CDE4673F-04C5-47AB-998C-B65427F0CDCC}" dt="2025-12-31T18:56:18.278" v="900" actId="47"/>
        <pc:sldMkLst>
          <pc:docMk/>
          <pc:sldMk cId="2360754318" sldId="304"/>
        </pc:sldMkLst>
      </pc:sldChg>
      <pc:sldChg chg="modSp add del mod">
        <pc:chgData name="MIGUEL ANGEL PALMA BOJORQUEZ" userId="df2df34a-f417-4387-99e0-084f87681c45" providerId="ADAL" clId="{CDE4673F-04C5-47AB-998C-B65427F0CDCC}" dt="2025-12-31T18:56:19.197" v="901" actId="47"/>
        <pc:sldMkLst>
          <pc:docMk/>
          <pc:sldMk cId="2503027882" sldId="305"/>
        </pc:sldMkLst>
      </pc:sldChg>
      <pc:sldChg chg="modSp add del mod">
        <pc:chgData name="MIGUEL ANGEL PALMA BOJORQUEZ" userId="df2df34a-f417-4387-99e0-084f87681c45" providerId="ADAL" clId="{CDE4673F-04C5-47AB-998C-B65427F0CDCC}" dt="2025-12-31T18:56:19.924" v="902" actId="47"/>
        <pc:sldMkLst>
          <pc:docMk/>
          <pc:sldMk cId="2073164202" sldId="306"/>
        </pc:sldMkLst>
      </pc:sldChg>
      <pc:sldMasterChg chg="addSp delSp modSp mod modSldLayout sldLayoutOrd">
        <pc:chgData name="MIGUEL ANGEL PALMA BOJORQUEZ" userId="df2df34a-f417-4387-99e0-084f87681c45" providerId="ADAL" clId="{CDE4673F-04C5-47AB-998C-B65427F0CDCC}" dt="2025-12-29T18:03:55.034" v="399" actId="20577"/>
        <pc:sldMasterMkLst>
          <pc:docMk/>
          <pc:sldMasterMk cId="1080065680" sldId="2147483660"/>
        </pc:sldMasterMkLst>
        <pc:picChg chg="add mod">
          <ac:chgData name="MIGUEL ANGEL PALMA BOJORQUEZ" userId="df2df34a-f417-4387-99e0-084f87681c45" providerId="ADAL" clId="{CDE4673F-04C5-47AB-998C-B65427F0CDCC}" dt="2025-12-29T18:00:25.867" v="318"/>
          <ac:picMkLst>
            <pc:docMk/>
            <pc:sldMasterMk cId="1080065680" sldId="2147483660"/>
            <ac:picMk id="5" creationId="{FE295DD4-075B-5FCC-35AA-66525C71419E}"/>
          </ac:picMkLst>
        </pc:picChg>
        <pc:sldLayoutChg chg="addSp delSp modSp mod">
          <pc:chgData name="MIGUEL ANGEL PALMA BOJORQUEZ" userId="df2df34a-f417-4387-99e0-084f87681c45" providerId="ADAL" clId="{CDE4673F-04C5-47AB-998C-B65427F0CDCC}" dt="2025-12-29T17:49:47.850" v="154" actId="478"/>
          <pc:sldLayoutMkLst>
            <pc:docMk/>
            <pc:sldMasterMk cId="1080065680" sldId="2147483660"/>
            <pc:sldLayoutMk cId="3218970059" sldId="2147483661"/>
          </pc:sldLayoutMkLst>
        </pc:sldLayoutChg>
        <pc:sldLayoutChg chg="addSp delSp modSp mod ord">
          <pc:chgData name="MIGUEL ANGEL PALMA BOJORQUEZ" userId="df2df34a-f417-4387-99e0-084f87681c45" providerId="ADAL" clId="{CDE4673F-04C5-47AB-998C-B65427F0CDCC}" dt="2025-12-29T18:03:55.034" v="399" actId="20577"/>
          <pc:sldLayoutMkLst>
            <pc:docMk/>
            <pc:sldMasterMk cId="1080065680" sldId="2147483660"/>
            <pc:sldLayoutMk cId="4197302808" sldId="2147483675"/>
          </pc:sldLayoutMkLst>
          <pc:spChg chg="add del mod">
            <ac:chgData name="MIGUEL ANGEL PALMA BOJORQUEZ" userId="df2df34a-f417-4387-99e0-084f87681c45" providerId="ADAL" clId="{CDE4673F-04C5-47AB-998C-B65427F0CDCC}" dt="2025-12-29T17:58:37.620" v="303" actId="21"/>
            <ac:spMkLst>
              <pc:docMk/>
              <pc:sldMasterMk cId="1080065680" sldId="2147483660"/>
              <pc:sldLayoutMk cId="4197302808" sldId="2147483675"/>
              <ac:spMk id="8" creationId="{A00AF2C6-6C0D-223C-C458-FE2F123D6A2F}"/>
            </ac:spMkLst>
          </pc:spChg>
          <pc:spChg chg="mod">
            <ac:chgData name="MIGUEL ANGEL PALMA BOJORQUEZ" userId="df2df34a-f417-4387-99e0-084f87681c45" providerId="ADAL" clId="{CDE4673F-04C5-47AB-998C-B65427F0CDCC}" dt="2025-12-29T17:55:50.453" v="258" actId="21"/>
            <ac:spMkLst>
              <pc:docMk/>
              <pc:sldMasterMk cId="1080065680" sldId="2147483660"/>
              <pc:sldLayoutMk cId="4197302808" sldId="2147483675"/>
              <ac:spMk id="9" creationId="{19845129-2EBF-067A-35DB-F0F65EE926C2}"/>
            </ac:spMkLst>
          </pc:spChg>
          <pc:spChg chg="add mod">
            <ac:chgData name="MIGUEL ANGEL PALMA BOJORQUEZ" userId="df2df34a-f417-4387-99e0-084f87681c45" providerId="ADAL" clId="{CDE4673F-04C5-47AB-998C-B65427F0CDCC}" dt="2025-12-29T18:03:55.034" v="399" actId="20577"/>
            <ac:spMkLst>
              <pc:docMk/>
              <pc:sldMasterMk cId="1080065680" sldId="2147483660"/>
              <pc:sldLayoutMk cId="4197302808" sldId="2147483675"/>
              <ac:spMk id="11" creationId="{E29866ED-1ADA-3D17-7EA1-B2F828632DDF}"/>
            </ac:spMkLst>
          </pc:spChg>
          <pc:picChg chg="mod">
            <ac:chgData name="MIGUEL ANGEL PALMA BOJORQUEZ" userId="df2df34a-f417-4387-99e0-084f87681c45" providerId="ADAL" clId="{CDE4673F-04C5-47AB-998C-B65427F0CDCC}" dt="2025-12-29T17:58:42.718" v="306" actId="1076"/>
            <ac:picMkLst>
              <pc:docMk/>
              <pc:sldMasterMk cId="1080065680" sldId="2147483660"/>
              <pc:sldLayoutMk cId="4197302808" sldId="2147483675"/>
              <ac:picMk id="3" creationId="{8ECB6760-9B76-4576-8769-28515292CF53}"/>
            </ac:picMkLst>
          </pc:picChg>
        </pc:sldLayoutChg>
        <pc:sldLayoutChg chg="addSp delSp modSp mod">
          <pc:chgData name="MIGUEL ANGEL PALMA BOJORQUEZ" userId="df2df34a-f417-4387-99e0-084f87681c45" providerId="ADAL" clId="{CDE4673F-04C5-47AB-998C-B65427F0CDCC}" dt="2025-12-29T17:47:39.986" v="122" actId="478"/>
          <pc:sldLayoutMkLst>
            <pc:docMk/>
            <pc:sldMasterMk cId="1080065680" sldId="2147483660"/>
            <pc:sldLayoutMk cId="2276424068" sldId="2147483679"/>
          </pc:sldLayoutMkLst>
          <pc:spChg chg="add mod">
            <ac:chgData name="MIGUEL ANGEL PALMA BOJORQUEZ" userId="df2df34a-f417-4387-99e0-084f87681c45" providerId="ADAL" clId="{CDE4673F-04C5-47AB-998C-B65427F0CDCC}" dt="2025-12-29T17:45:45.800" v="97"/>
            <ac:spMkLst>
              <pc:docMk/>
              <pc:sldMasterMk cId="1080065680" sldId="2147483660"/>
              <pc:sldLayoutMk cId="2276424068" sldId="2147483679"/>
              <ac:spMk id="18" creationId="{4621A1C5-0856-687B-677F-6F322357B316}"/>
            </ac:spMkLst>
          </pc:spChg>
          <pc:spChg chg="add mod">
            <ac:chgData name="MIGUEL ANGEL PALMA BOJORQUEZ" userId="df2df34a-f417-4387-99e0-084f87681c45" providerId="ADAL" clId="{CDE4673F-04C5-47AB-998C-B65427F0CDCC}" dt="2025-12-29T17:46:15.532" v="106" actId="1076"/>
            <ac:spMkLst>
              <pc:docMk/>
              <pc:sldMasterMk cId="1080065680" sldId="2147483660"/>
              <pc:sldLayoutMk cId="2276424068" sldId="2147483679"/>
              <ac:spMk id="20" creationId="{63FD3450-C19E-E2BB-1367-52B6CBD372CF}"/>
            </ac:spMkLst>
          </pc:spChg>
          <pc:spChg chg="add mod">
            <ac:chgData name="MIGUEL ANGEL PALMA BOJORQUEZ" userId="df2df34a-f417-4387-99e0-084f87681c45" providerId="ADAL" clId="{CDE4673F-04C5-47AB-998C-B65427F0CDCC}" dt="2025-12-29T17:45:45.800" v="97"/>
            <ac:spMkLst>
              <pc:docMk/>
              <pc:sldMasterMk cId="1080065680" sldId="2147483660"/>
              <pc:sldLayoutMk cId="2276424068" sldId="2147483679"/>
              <ac:spMk id="22" creationId="{F8529FC8-9A19-EF2F-5B51-C5BE08EB0D8A}"/>
            </ac:spMkLst>
          </pc:spChg>
          <pc:spChg chg="add mod">
            <ac:chgData name="MIGUEL ANGEL PALMA BOJORQUEZ" userId="df2df34a-f417-4387-99e0-084f87681c45" providerId="ADAL" clId="{CDE4673F-04C5-47AB-998C-B65427F0CDCC}" dt="2025-12-29T17:45:45.800" v="97"/>
            <ac:spMkLst>
              <pc:docMk/>
              <pc:sldMasterMk cId="1080065680" sldId="2147483660"/>
              <pc:sldLayoutMk cId="2276424068" sldId="2147483679"/>
              <ac:spMk id="24" creationId="{8E381266-DDEA-67B0-5BE7-AB20E7A48B2D}"/>
            </ac:spMkLst>
          </pc:spChg>
          <pc:spChg chg="add mod">
            <ac:chgData name="MIGUEL ANGEL PALMA BOJORQUEZ" userId="df2df34a-f417-4387-99e0-084f87681c45" providerId="ADAL" clId="{CDE4673F-04C5-47AB-998C-B65427F0CDCC}" dt="2025-12-29T17:45:45.800" v="97"/>
            <ac:spMkLst>
              <pc:docMk/>
              <pc:sldMasterMk cId="1080065680" sldId="2147483660"/>
              <pc:sldLayoutMk cId="2276424068" sldId="2147483679"/>
              <ac:spMk id="27" creationId="{CB7B16FD-7A47-60C8-A02D-5B235F32E327}"/>
            </ac:spMkLst>
          </pc:spChg>
          <pc:picChg chg="add mod">
            <ac:chgData name="MIGUEL ANGEL PALMA BOJORQUEZ" userId="df2df34a-f417-4387-99e0-084f87681c45" providerId="ADAL" clId="{CDE4673F-04C5-47AB-998C-B65427F0CDCC}" dt="2025-12-29T17:45:45.800" v="97"/>
            <ac:picMkLst>
              <pc:docMk/>
              <pc:sldMasterMk cId="1080065680" sldId="2147483660"/>
              <pc:sldLayoutMk cId="2276424068" sldId="2147483679"/>
              <ac:picMk id="16" creationId="{217CED43-B562-CBE9-3E45-B2FADD9EC209}"/>
            </ac:picMkLst>
          </pc:picChg>
          <pc:picChg chg="add mod">
            <ac:chgData name="MIGUEL ANGEL PALMA BOJORQUEZ" userId="df2df34a-f417-4387-99e0-084f87681c45" providerId="ADAL" clId="{CDE4673F-04C5-47AB-998C-B65427F0CDCC}" dt="2025-12-29T17:45:45.800" v="97"/>
            <ac:picMkLst>
              <pc:docMk/>
              <pc:sldMasterMk cId="1080065680" sldId="2147483660"/>
              <pc:sldLayoutMk cId="2276424068" sldId="2147483679"/>
              <ac:picMk id="17" creationId="{63D426CA-1F05-A2C2-9985-817DCEB5AD36}"/>
            </ac:picMkLst>
          </pc:picChg>
          <pc:picChg chg="add mod">
            <ac:chgData name="MIGUEL ANGEL PALMA BOJORQUEZ" userId="df2df34a-f417-4387-99e0-084f87681c45" providerId="ADAL" clId="{CDE4673F-04C5-47AB-998C-B65427F0CDCC}" dt="2025-12-29T17:45:45.800" v="97"/>
            <ac:picMkLst>
              <pc:docMk/>
              <pc:sldMasterMk cId="1080065680" sldId="2147483660"/>
              <pc:sldLayoutMk cId="2276424068" sldId="2147483679"/>
              <ac:picMk id="19" creationId="{CCD2AAFA-2C1C-9AD8-132F-81447C4AF9A8}"/>
            </ac:picMkLst>
          </pc:picChg>
          <pc:picChg chg="add mod">
            <ac:chgData name="MIGUEL ANGEL PALMA BOJORQUEZ" userId="df2df34a-f417-4387-99e0-084f87681c45" providerId="ADAL" clId="{CDE4673F-04C5-47AB-998C-B65427F0CDCC}" dt="2025-12-29T17:45:45.800" v="97"/>
            <ac:picMkLst>
              <pc:docMk/>
              <pc:sldMasterMk cId="1080065680" sldId="2147483660"/>
              <pc:sldLayoutMk cId="2276424068" sldId="2147483679"/>
              <ac:picMk id="21" creationId="{2E14D3D8-0B5E-4F8B-DF96-5D5EE26DFA60}"/>
            </ac:picMkLst>
          </pc:picChg>
        </pc:sldLayoutChg>
        <pc:sldLayoutChg chg="addSp delSp modSp mod">
          <pc:chgData name="MIGUEL ANGEL PALMA BOJORQUEZ" userId="df2df34a-f417-4387-99e0-084f87681c45" providerId="ADAL" clId="{CDE4673F-04C5-47AB-998C-B65427F0CDCC}" dt="2025-12-29T17:42:37.038" v="64" actId="478"/>
          <pc:sldLayoutMkLst>
            <pc:docMk/>
            <pc:sldMasterMk cId="1080065680" sldId="2147483660"/>
            <pc:sldLayoutMk cId="2237785858" sldId="2147483681"/>
          </pc:sldLayoutMkLst>
          <pc:picChg chg="add del">
            <ac:chgData name="MIGUEL ANGEL PALMA BOJORQUEZ" userId="df2df34a-f417-4387-99e0-084f87681c45" providerId="ADAL" clId="{CDE4673F-04C5-47AB-998C-B65427F0CDCC}" dt="2025-12-29T17:42:22.048" v="58" actId="478"/>
            <ac:picMkLst>
              <pc:docMk/>
              <pc:sldMasterMk cId="1080065680" sldId="2147483660"/>
              <pc:sldLayoutMk cId="2237785858" sldId="2147483681"/>
              <ac:picMk id="10" creationId="{2E14D3D8-0B5E-4F8B-DF96-5D5EE26DFA60}"/>
            </ac:picMkLst>
          </pc:picChg>
        </pc:sldLayoutChg>
        <pc:sldLayoutChg chg="addSp delSp modSp mod">
          <pc:chgData name="MIGUEL ANGEL PALMA BOJORQUEZ" userId="df2df34a-f417-4387-99e0-084f87681c45" providerId="ADAL" clId="{CDE4673F-04C5-47AB-998C-B65427F0CDCC}" dt="2025-12-29T18:00:00.982" v="312" actId="478"/>
          <pc:sldLayoutMkLst>
            <pc:docMk/>
            <pc:sldMasterMk cId="1080065680" sldId="2147483660"/>
            <pc:sldLayoutMk cId="611246117" sldId="2147483682"/>
          </pc:sldLayoutMkLst>
          <pc:spChg chg="mod">
            <ac:chgData name="MIGUEL ANGEL PALMA BOJORQUEZ" userId="df2df34a-f417-4387-99e0-084f87681c45" providerId="ADAL" clId="{CDE4673F-04C5-47AB-998C-B65427F0CDCC}" dt="2025-12-29T17:59:58.922" v="311" actId="6549"/>
            <ac:spMkLst>
              <pc:docMk/>
              <pc:sldMasterMk cId="1080065680" sldId="2147483660"/>
              <pc:sldLayoutMk cId="611246117" sldId="2147483682"/>
              <ac:spMk id="5" creationId="{290D600E-F653-CAE6-3535-49EAB4185FA0}"/>
            </ac:spMkLst>
          </pc:spChg>
        </pc:sldLayoutChg>
        <pc:sldLayoutChg chg="addSp delSp modSp mod">
          <pc:chgData name="MIGUEL ANGEL PALMA BOJORQUEZ" userId="df2df34a-f417-4387-99e0-084f87681c45" providerId="ADAL" clId="{CDE4673F-04C5-47AB-998C-B65427F0CDCC}" dt="2025-12-29T17:47:26.994" v="121" actId="1076"/>
          <pc:sldLayoutMkLst>
            <pc:docMk/>
            <pc:sldMasterMk cId="1080065680" sldId="2147483660"/>
            <pc:sldLayoutMk cId="871308696" sldId="2147483685"/>
          </pc:sldLayoutMkLst>
          <pc:spChg chg="mod">
            <ac:chgData name="MIGUEL ANGEL PALMA BOJORQUEZ" userId="df2df34a-f417-4387-99e0-084f87681c45" providerId="ADAL" clId="{CDE4673F-04C5-47AB-998C-B65427F0CDCC}" dt="2025-12-29T17:47:26.994" v="121" actId="1076"/>
            <ac:spMkLst>
              <pc:docMk/>
              <pc:sldMasterMk cId="1080065680" sldId="2147483660"/>
              <pc:sldLayoutMk cId="871308696" sldId="2147483685"/>
              <ac:spMk id="22" creationId="{F8529FC8-9A19-EF2F-5B51-C5BE08EB0D8A}"/>
            </ac:spMkLst>
          </pc:spChg>
          <pc:spChg chg="mod">
            <ac:chgData name="MIGUEL ANGEL PALMA BOJORQUEZ" userId="df2df34a-f417-4387-99e0-084f87681c45" providerId="ADAL" clId="{CDE4673F-04C5-47AB-998C-B65427F0CDCC}" dt="2025-12-29T17:47:26.994" v="121" actId="1076"/>
            <ac:spMkLst>
              <pc:docMk/>
              <pc:sldMasterMk cId="1080065680" sldId="2147483660"/>
              <pc:sldLayoutMk cId="871308696" sldId="2147483685"/>
              <ac:spMk id="24" creationId="{8E381266-DDEA-67B0-5BE7-AB20E7A48B2D}"/>
            </ac:spMkLst>
          </pc:spChg>
          <pc:spChg chg="mod">
            <ac:chgData name="MIGUEL ANGEL PALMA BOJORQUEZ" userId="df2df34a-f417-4387-99e0-084f87681c45" providerId="ADAL" clId="{CDE4673F-04C5-47AB-998C-B65427F0CDCC}" dt="2025-12-29T17:47:26.994" v="121" actId="1076"/>
            <ac:spMkLst>
              <pc:docMk/>
              <pc:sldMasterMk cId="1080065680" sldId="2147483660"/>
              <pc:sldLayoutMk cId="871308696" sldId="2147483685"/>
              <ac:spMk id="27" creationId="{CB7B16FD-7A47-60C8-A02D-5B235F32E327}"/>
            </ac:spMkLst>
          </pc:spChg>
          <pc:spChg chg="mod">
            <ac:chgData name="MIGUEL ANGEL PALMA BOJORQUEZ" userId="df2df34a-f417-4387-99e0-084f87681c45" providerId="ADAL" clId="{CDE4673F-04C5-47AB-998C-B65427F0CDCC}" dt="2025-12-29T17:47:16.237" v="120" actId="1076"/>
            <ac:spMkLst>
              <pc:docMk/>
              <pc:sldMasterMk cId="1080065680" sldId="2147483660"/>
              <pc:sldLayoutMk cId="871308696" sldId="2147483685"/>
              <ac:spMk id="28" creationId="{D60BE332-C6E5-EF20-4320-4F588C51402B}"/>
            </ac:spMkLst>
          </pc:spChg>
          <pc:picChg chg="add mod">
            <ac:chgData name="MIGUEL ANGEL PALMA BOJORQUEZ" userId="df2df34a-f417-4387-99e0-084f87681c45" providerId="ADAL" clId="{CDE4673F-04C5-47AB-998C-B65427F0CDCC}" dt="2025-12-29T17:47:03.381" v="117"/>
            <ac:picMkLst>
              <pc:docMk/>
              <pc:sldMasterMk cId="1080065680" sldId="2147483660"/>
              <pc:sldLayoutMk cId="871308696" sldId="2147483685"/>
              <ac:picMk id="2" creationId="{00B3C173-E325-36BE-58CA-219DC631FAA7}"/>
            </ac:picMkLst>
          </pc:picChg>
          <pc:picChg chg="add mod">
            <ac:chgData name="MIGUEL ANGEL PALMA BOJORQUEZ" userId="df2df34a-f417-4387-99e0-084f87681c45" providerId="ADAL" clId="{CDE4673F-04C5-47AB-998C-B65427F0CDCC}" dt="2025-12-29T17:47:06.492" v="119" actId="1076"/>
            <ac:picMkLst>
              <pc:docMk/>
              <pc:sldMasterMk cId="1080065680" sldId="2147483660"/>
              <pc:sldLayoutMk cId="871308696" sldId="2147483685"/>
              <ac:picMk id="3" creationId="{1C862A80-5C2B-E159-1705-DA715A9CC271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E44150-632D-4205-B1D0-BED9DF532A80}" type="datetimeFigureOut">
              <a:rPr lang="es-MX" smtClean="0"/>
              <a:t>31/12/2025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9EE4EB-2846-4BD4-A769-C5DF50CF110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04047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9EE4EB-2846-4BD4-A769-C5DF50CF1104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55599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9EE4EB-2846-4BD4-A769-C5DF50CF1104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994433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9EE4EB-2846-4BD4-A769-C5DF50CF1104}" type="slidenum">
              <a:rPr lang="es-MX" smtClean="0"/>
              <a:t>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885378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9EE4EB-2846-4BD4-A769-C5DF50CF1104}" type="slidenum">
              <a:rPr lang="es-MX" smtClean="0"/>
              <a:t>10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37319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9EE4EB-2846-4BD4-A769-C5DF50CF1104}" type="slidenum">
              <a:rPr lang="es-MX" smtClean="0"/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727537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9EE4EB-2846-4BD4-A769-C5DF50CF1104}" type="slidenum">
              <a:rPr lang="es-MX" smtClean="0"/>
              <a:t>14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978189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9EE4EB-2846-4BD4-A769-C5DF50CF1104}" type="slidenum">
              <a:rPr lang="es-MX" smtClean="0"/>
              <a:t>16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39704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15082D60-DC43-E643-F163-305F7C5665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7" y="0"/>
            <a:ext cx="121907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059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CCD2AAFA-2C1C-9AD8-132F-81447C4AF9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7" y="0"/>
            <a:ext cx="12190765" cy="68580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5E0334F1-4A33-F004-D02C-67B1FA870C31}"/>
              </a:ext>
            </a:extLst>
          </p:cNvPr>
          <p:cNvSpPr/>
          <p:nvPr userDrawn="1"/>
        </p:nvSpPr>
        <p:spPr>
          <a:xfrm>
            <a:off x="0" y="3606800"/>
            <a:ext cx="6562772" cy="3251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3FD3450-C19E-E2BB-1367-52B6CBD372CF}"/>
              </a:ext>
            </a:extLst>
          </p:cNvPr>
          <p:cNvSpPr/>
          <p:nvPr userDrawn="1"/>
        </p:nvSpPr>
        <p:spPr>
          <a:xfrm>
            <a:off x="8477250" y="2524125"/>
            <a:ext cx="3714750" cy="35433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4881722-A47F-CB2E-D2C4-417C890A970F}"/>
              </a:ext>
            </a:extLst>
          </p:cNvPr>
          <p:cNvSpPr txBox="1"/>
          <p:nvPr userDrawn="1"/>
        </p:nvSpPr>
        <p:spPr>
          <a:xfrm>
            <a:off x="1101568" y="1564959"/>
            <a:ext cx="6094070" cy="4192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b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srgbClr val="78D64B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</a:br>
            <a:b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srgbClr val="78D64B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</a:br>
            <a:b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srgbClr val="78D64B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</a:b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srgbClr val="78D64B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EQUIPO: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srgbClr val="78D64B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Reto: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MX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srgbClr val="78D64B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Campus: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MX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25" name="Marcador de texto 41">
            <a:extLst>
              <a:ext uri="{FF2B5EF4-FFF2-40B4-BE49-F238E27FC236}">
                <a16:creationId xmlns:a16="http://schemas.microsoft.com/office/drawing/2014/main" id="{2389A1C0-8342-75E7-E330-EDA2ABED9D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4420" y="4083682"/>
            <a:ext cx="4901579" cy="313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pPr lvl="0"/>
            <a:endParaRPr lang="es-MX" dirty="0"/>
          </a:p>
        </p:txBody>
      </p:sp>
      <p:sp>
        <p:nvSpPr>
          <p:cNvPr id="26" name="Marcador de texto 48">
            <a:extLst>
              <a:ext uri="{FF2B5EF4-FFF2-40B4-BE49-F238E27FC236}">
                <a16:creationId xmlns:a16="http://schemas.microsoft.com/office/drawing/2014/main" id="{0F3F4D1A-FB33-F69A-9D8A-3CF331BBA9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94400" y="2649231"/>
            <a:ext cx="6001238" cy="601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s-MX" sz="28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lack" panose="00000A00000000000000" pitchFamily="2" charset="0"/>
                <a:ea typeface="+mn-ea"/>
                <a:cs typeface="+mn-cs"/>
              </a:defRPr>
            </a:lvl1pPr>
          </a:lstStyle>
          <a:p>
            <a:pPr lvl="0"/>
            <a:endParaRPr lang="es-MX" dirty="0"/>
          </a:p>
        </p:txBody>
      </p:sp>
      <p:pic>
        <p:nvPicPr>
          <p:cNvPr id="10" name="Imagen 9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2E14D3D8-0B5E-4F8B-DF96-5D5EE26DFA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71794" t="39166" b="17548"/>
          <a:stretch>
            <a:fillRect/>
          </a:stretch>
        </p:blipFill>
        <p:spPr>
          <a:xfrm>
            <a:off x="7845002" y="3105177"/>
            <a:ext cx="4346998" cy="3752823"/>
          </a:xfrm>
          <a:prstGeom prst="rect">
            <a:avLst/>
          </a:prstGeom>
        </p:spPr>
      </p:pic>
      <p:sp>
        <p:nvSpPr>
          <p:cNvPr id="4" name="Marcador de texto 41">
            <a:extLst>
              <a:ext uri="{FF2B5EF4-FFF2-40B4-BE49-F238E27FC236}">
                <a16:creationId xmlns:a16="http://schemas.microsoft.com/office/drawing/2014/main" id="{63029F47-20A0-DFE4-A4DE-F4EEB3ECFD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94420" y="5293041"/>
            <a:ext cx="4901579" cy="313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pPr lvl="0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37785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sideraci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Patrón de fondo&#10;&#10;El contenido generado por IA puede ser incorrecto.">
            <a:extLst>
              <a:ext uri="{FF2B5EF4-FFF2-40B4-BE49-F238E27FC236}">
                <a16:creationId xmlns:a16="http://schemas.microsoft.com/office/drawing/2014/main" id="{8ECB6760-9B76-4576-8769-28515292CF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47" y="0"/>
            <a:ext cx="12190765" cy="68580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A00AF2C6-6C0D-223C-C458-FE2F123D6A2F}"/>
              </a:ext>
            </a:extLst>
          </p:cNvPr>
          <p:cNvSpPr txBox="1"/>
          <p:nvPr userDrawn="1"/>
        </p:nvSpPr>
        <p:spPr>
          <a:xfrm>
            <a:off x="1499607" y="621252"/>
            <a:ext cx="9213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 Black" panose="00000A00000000000000" pitchFamily="2" charset="0"/>
                <a:ea typeface="+mn-ea"/>
                <a:cs typeface="+mn-cs"/>
              </a:rPr>
              <a:t>Consideraciones iniciales para el equipo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9845129-2EBF-067A-35DB-F0F65EE926C2}"/>
              </a:ext>
            </a:extLst>
          </p:cNvPr>
          <p:cNvSpPr txBox="1"/>
          <p:nvPr userDrawn="1"/>
        </p:nvSpPr>
        <p:spPr>
          <a:xfrm>
            <a:off x="790412" y="1704169"/>
            <a:ext cx="10631837" cy="4286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Clr>
                <a:srgbClr val="70D44B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Este archivo es un </a:t>
            </a:r>
            <a:r>
              <a:rPr kumimoji="0" lang="es-MX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template</a:t>
            </a: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 de referencia 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para ayudarles a estructurar su presentación; no es obligatorio ni definitivo.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Clr>
                <a:srgbClr val="70D44B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800" b="1" dirty="0">
                <a:latin typeface="Montserrat" panose="00000500000000000000" pitchFamily="2" charset="0"/>
              </a:rPr>
              <a:t>Revisen y ajusten esta presentación </a:t>
            </a:r>
            <a:r>
              <a:rPr lang="es-MX" sz="1800" dirty="0">
                <a:latin typeface="Montserrat" panose="00000500000000000000" pitchFamily="2" charset="0"/>
              </a:rPr>
              <a:t>según sea necesario para asegurarse de que cubre </a:t>
            </a:r>
            <a:r>
              <a:rPr lang="es-MX" sz="1800" b="1" dirty="0">
                <a:latin typeface="Montserrat" panose="00000500000000000000" pitchFamily="2" charset="0"/>
              </a:rPr>
              <a:t>todos los entregables</a:t>
            </a:r>
            <a:r>
              <a:rPr lang="es-MX" sz="1800" dirty="0">
                <a:latin typeface="Montserrat" panose="00000500000000000000" pitchFamily="2" charset="0"/>
              </a:rPr>
              <a:t> y </a:t>
            </a:r>
            <a:r>
              <a:rPr lang="es-MX" sz="1800" b="1" dirty="0">
                <a:latin typeface="Montserrat" panose="00000500000000000000" pitchFamily="2" charset="0"/>
              </a:rPr>
              <a:t>los puntos solicitados en la rúbrica de evaluación</a:t>
            </a:r>
            <a:r>
              <a:rPr lang="es-MX" sz="1800" dirty="0">
                <a:latin typeface="Montserrat" panose="00000500000000000000" pitchFamily="2" charset="0"/>
              </a:rPr>
              <a:t>. Pueden agregar diapositivas si lo requieren, siempre que mantengan la estructura general y el tiempo establecido. 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Clr>
                <a:srgbClr val="70D44B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800" dirty="0">
                <a:latin typeface="Montserrat" panose="00000500000000000000" pitchFamily="2" charset="0"/>
              </a:rPr>
              <a:t>Utilicen contenido que muestre un </a:t>
            </a:r>
            <a:r>
              <a:rPr lang="es-MX" sz="1800" b="1" dirty="0">
                <a:latin typeface="Montserrat" panose="00000500000000000000" pitchFamily="2" charset="0"/>
              </a:rPr>
              <a:t>diseño ejecutivo</a:t>
            </a:r>
            <a:r>
              <a:rPr lang="es-MX" sz="1800" dirty="0">
                <a:latin typeface="Montserrat" panose="00000500000000000000" pitchFamily="2" charset="0"/>
              </a:rPr>
              <a:t>: </a:t>
            </a:r>
            <a:r>
              <a:rPr lang="es-MX" sz="1800" b="0" dirty="0">
                <a:latin typeface="Montserrat" panose="00000500000000000000" pitchFamily="2" charset="0"/>
              </a:rPr>
              <a:t>información clara, bien organizada y apoyada en elementos visuales.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Clr>
                <a:srgbClr val="70D44B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800" dirty="0">
                <a:latin typeface="Montserrat" panose="00000500000000000000" pitchFamily="2" charset="0"/>
              </a:rPr>
              <a:t>El </a:t>
            </a:r>
            <a:r>
              <a:rPr lang="es-MX" sz="1800" b="1" dirty="0">
                <a:latin typeface="Montserrat" panose="00000500000000000000" pitchFamily="2" charset="0"/>
              </a:rPr>
              <a:t>tiempo máximo de la presentación para la Fase 1 es de 10 minutos</a:t>
            </a:r>
            <a:r>
              <a:rPr lang="es-MX" sz="1800" dirty="0">
                <a:latin typeface="Montserrat" panose="00000500000000000000" pitchFamily="2" charset="0"/>
              </a:rPr>
              <a:t>.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Clr>
                <a:srgbClr val="70D44B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800" dirty="0">
                <a:latin typeface="Montserrat" panose="00000500000000000000" pitchFamily="2" charset="0"/>
              </a:rPr>
              <a:t>Al entregar su propuesta, pueden </a:t>
            </a:r>
            <a:r>
              <a:rPr lang="es-MX" sz="1800" b="1" dirty="0">
                <a:latin typeface="Montserrat" panose="00000500000000000000" pitchFamily="2" charset="0"/>
              </a:rPr>
              <a:t>anexar documentos adicionales</a:t>
            </a:r>
            <a:r>
              <a:rPr lang="es-MX" sz="1800" dirty="0">
                <a:latin typeface="Montserrat" panose="00000500000000000000" pitchFamily="2" charset="0"/>
              </a:rPr>
              <a:t> que consideren pertinentes (por ejemplo, cuestionarios, tablas u otros materiales de apoyo).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Clr>
                <a:srgbClr val="70D44B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s-MX" sz="300" b="0" i="0" u="none" strike="noStrike" kern="1200" cap="none" spc="0" normalizeH="0" baseline="0" noProof="0" dirty="0">
              <a:ln>
                <a:noFill/>
              </a:ln>
              <a:solidFill>
                <a:srgbClr val="70D44B"/>
              </a:solidFill>
              <a:effectLst/>
              <a:uLnTx/>
              <a:uFillTx/>
              <a:latin typeface="Magallanes Regular" panose="02000000000000000000" pitchFamily="2" charset="0"/>
              <a:ea typeface="+mn-ea"/>
              <a:cs typeface="+mn-cs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29866ED-1ADA-3D17-7EA1-B2F828632DDF}"/>
              </a:ext>
            </a:extLst>
          </p:cNvPr>
          <p:cNvSpPr txBox="1"/>
          <p:nvPr userDrawn="1"/>
        </p:nvSpPr>
        <p:spPr>
          <a:xfrm>
            <a:off x="790412" y="6066930"/>
            <a:ext cx="10631837" cy="549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D44B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Montserrat Black" panose="00000A00000000000000" pitchFamily="2" charset="0"/>
                <a:ea typeface="+mn-ea"/>
                <a:cs typeface="+mn-cs"/>
              </a:rPr>
              <a:t>IMPORTANTE: </a:t>
            </a:r>
            <a:r>
              <a:rPr kumimoji="0" lang="es-MX" sz="15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Esta diapositiva se incluye únicamente como referencia y debe eliminarse/ocultarse en la entrega y en la presentación final.</a:t>
            </a:r>
          </a:p>
        </p:txBody>
      </p:sp>
    </p:spTree>
    <p:extLst>
      <p:ext uri="{BB962C8B-B14F-4D97-AF65-F5344CB8AC3E}">
        <p14:creationId xmlns:p14="http://schemas.microsoft.com/office/powerpoint/2010/main" val="4197302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Imagen en blanco y negro&#10;&#10;El contenido generado por IA puede ser incorrecto.">
            <a:extLst>
              <a:ext uri="{FF2B5EF4-FFF2-40B4-BE49-F238E27FC236}">
                <a16:creationId xmlns:a16="http://schemas.microsoft.com/office/drawing/2014/main" id="{74F953BC-DEE5-E499-590F-B31ECEF198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7" y="0"/>
            <a:ext cx="12190765" cy="6858000"/>
          </a:xfrm>
          <a:prstGeom prst="rect">
            <a:avLst/>
          </a:prstGeom>
        </p:spPr>
      </p:pic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F50A7F77-D45B-2D2D-EAE1-445E914A5D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723221"/>
            <a:ext cx="10515600" cy="46966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pPr lvl="0"/>
            <a:endParaRPr lang="es-MX" dirty="0"/>
          </a:p>
        </p:txBody>
      </p:sp>
      <p:sp>
        <p:nvSpPr>
          <p:cNvPr id="5" name="Marcador de título 1">
            <a:extLst>
              <a:ext uri="{FF2B5EF4-FFF2-40B4-BE49-F238E27FC236}">
                <a16:creationId xmlns:a16="http://schemas.microsoft.com/office/drawing/2014/main" id="{290D600E-F653-CAE6-3535-49EAB4185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125" y="517525"/>
            <a:ext cx="6533515" cy="6881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 b="1">
                <a:solidFill>
                  <a:schemeClr val="bg1"/>
                </a:solidFill>
                <a:latin typeface="Montserrat Black" panose="00000A00000000000000" pitchFamily="2" charset="0"/>
              </a:defRPr>
            </a:lvl1pPr>
          </a:lstStyle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11246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magen que contiene Patrón de fondo&#10;&#10;El contenido generado por IA puede ser incorrecto.">
            <a:extLst>
              <a:ext uri="{FF2B5EF4-FFF2-40B4-BE49-F238E27FC236}">
                <a16:creationId xmlns:a16="http://schemas.microsoft.com/office/drawing/2014/main" id="{3FC69F50-8059-1BF0-4D07-8D1A68B15F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7" y="0"/>
            <a:ext cx="12190765" cy="6858000"/>
          </a:xfrm>
          <a:prstGeom prst="rect">
            <a:avLst/>
          </a:prstGeom>
        </p:spPr>
      </p:pic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F50A7F77-D45B-2D2D-EAE1-445E914A5D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723221"/>
            <a:ext cx="10515600" cy="46966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Montserrat" panose="00000500000000000000" pitchFamily="2" charset="0"/>
              </a:defRPr>
            </a:lvl1pPr>
          </a:lstStyle>
          <a:p>
            <a:pPr lvl="0"/>
            <a:endParaRPr lang="es-MX" dirty="0"/>
          </a:p>
        </p:txBody>
      </p:sp>
      <p:sp>
        <p:nvSpPr>
          <p:cNvPr id="5" name="Marcador de título 1">
            <a:extLst>
              <a:ext uri="{FF2B5EF4-FFF2-40B4-BE49-F238E27FC236}">
                <a16:creationId xmlns:a16="http://schemas.microsoft.com/office/drawing/2014/main" id="{290D600E-F653-CAE6-3535-49EAB4185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125" y="517525"/>
            <a:ext cx="8420101" cy="6881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 b="1">
                <a:solidFill>
                  <a:schemeClr val="tx1"/>
                </a:solidFill>
                <a:latin typeface="Montserrat Black" panose="00000A00000000000000" pitchFamily="2" charset="0"/>
              </a:defRPr>
            </a:lvl1pPr>
          </a:lstStyle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18970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217CED43-B562-CBE9-3E45-B2FADD9EC2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72741"/>
          <a:stretch>
            <a:fillRect/>
          </a:stretch>
        </p:blipFill>
        <p:spPr>
          <a:xfrm>
            <a:off x="1235" y="0"/>
            <a:ext cx="12190765" cy="1869440"/>
          </a:xfrm>
          <a:prstGeom prst="rect">
            <a:avLst/>
          </a:prstGeom>
        </p:spPr>
      </p:pic>
      <p:pic>
        <p:nvPicPr>
          <p:cNvPr id="17" name="Imagen 16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63D426CA-1F05-A2C2-9985-817DCEB5AD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9167"/>
          <a:stretch>
            <a:fillRect/>
          </a:stretch>
        </p:blipFill>
        <p:spPr>
          <a:xfrm>
            <a:off x="1235" y="2686050"/>
            <a:ext cx="12190765" cy="4171950"/>
          </a:xfrm>
          <a:prstGeom prst="rect">
            <a:avLst/>
          </a:prstGeom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4621A1C5-0856-687B-677F-6F322357B316}"/>
              </a:ext>
            </a:extLst>
          </p:cNvPr>
          <p:cNvSpPr/>
          <p:nvPr userDrawn="1"/>
        </p:nvSpPr>
        <p:spPr>
          <a:xfrm>
            <a:off x="0" y="1686560"/>
            <a:ext cx="12190765" cy="5171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9" name="Imagen 18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CCD2AAFA-2C1C-9AD8-132F-81447C4AF9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 t="36806"/>
          <a:stretch>
            <a:fillRect/>
          </a:stretch>
        </p:blipFill>
        <p:spPr>
          <a:xfrm>
            <a:off x="617" y="2524124"/>
            <a:ext cx="12190765" cy="4333875"/>
          </a:xfrm>
          <a:prstGeom prst="rect">
            <a:avLst/>
          </a:prstGeom>
        </p:spPr>
      </p:pic>
      <p:sp>
        <p:nvSpPr>
          <p:cNvPr id="20" name="Rectángulo 19">
            <a:extLst>
              <a:ext uri="{FF2B5EF4-FFF2-40B4-BE49-F238E27FC236}">
                <a16:creationId xmlns:a16="http://schemas.microsoft.com/office/drawing/2014/main" id="{63FD3450-C19E-E2BB-1367-52B6CBD372CF}"/>
              </a:ext>
            </a:extLst>
          </p:cNvPr>
          <p:cNvSpPr/>
          <p:nvPr userDrawn="1"/>
        </p:nvSpPr>
        <p:spPr>
          <a:xfrm>
            <a:off x="8477250" y="2625091"/>
            <a:ext cx="3714750" cy="35433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21" name="Imagen 20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2E14D3D8-0B5E-4F8B-DF96-5D5EE26DFA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 l="71794" t="39167" b="15555"/>
          <a:stretch>
            <a:fillRect/>
          </a:stretch>
        </p:blipFill>
        <p:spPr>
          <a:xfrm>
            <a:off x="9607832" y="2686050"/>
            <a:ext cx="2584168" cy="2333625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F8529FC8-9A19-EF2F-5B51-C5BE08EB0D8A}"/>
              </a:ext>
            </a:extLst>
          </p:cNvPr>
          <p:cNvSpPr txBox="1"/>
          <p:nvPr userDrawn="1"/>
        </p:nvSpPr>
        <p:spPr>
          <a:xfrm>
            <a:off x="3050586" y="1257590"/>
            <a:ext cx="6094070" cy="2977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b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srgbClr val="78D64B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</a:br>
            <a:b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srgbClr val="78D64B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</a:br>
            <a:b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srgbClr val="78D64B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</a:b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srgbClr val="78D64B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EQUIPO: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srgbClr val="78D64B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Campus: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MX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24" name="Marcador de texto 48">
            <a:extLst>
              <a:ext uri="{FF2B5EF4-FFF2-40B4-BE49-F238E27FC236}">
                <a16:creationId xmlns:a16="http://schemas.microsoft.com/office/drawing/2014/main" id="{8E381266-DDEA-67B0-5BE7-AB20E7A48B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95380" y="2330580"/>
            <a:ext cx="6001238" cy="60196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kumimoji="0" lang="es-MX" sz="28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lack" panose="00000A00000000000000" pitchFamily="2" charset="0"/>
                <a:ea typeface="+mn-ea"/>
                <a:cs typeface="+mn-cs"/>
              </a:defRPr>
            </a:lvl1pPr>
          </a:lstStyle>
          <a:p>
            <a:pPr lvl="0"/>
            <a:endParaRPr lang="es-MX" dirty="0"/>
          </a:p>
        </p:txBody>
      </p:sp>
      <p:sp>
        <p:nvSpPr>
          <p:cNvPr id="27" name="Marcador de texto 41">
            <a:extLst>
              <a:ext uri="{FF2B5EF4-FFF2-40B4-BE49-F238E27FC236}">
                <a16:creationId xmlns:a16="http://schemas.microsoft.com/office/drawing/2014/main" id="{CB7B16FD-7A47-60C8-A02D-5B235F32E3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45209" y="3611746"/>
            <a:ext cx="4901579" cy="31370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pPr lvl="0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76424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217CED43-B562-CBE9-3E45-B2FADD9EC2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72741"/>
          <a:stretch>
            <a:fillRect/>
          </a:stretch>
        </p:blipFill>
        <p:spPr>
          <a:xfrm>
            <a:off x="1235" y="0"/>
            <a:ext cx="12190765" cy="1869440"/>
          </a:xfrm>
          <a:prstGeom prst="rect">
            <a:avLst/>
          </a:prstGeom>
        </p:spPr>
      </p:pic>
      <p:pic>
        <p:nvPicPr>
          <p:cNvPr id="17" name="Imagen 16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63D426CA-1F05-A2C2-9985-817DCEB5AD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9167"/>
          <a:stretch>
            <a:fillRect/>
          </a:stretch>
        </p:blipFill>
        <p:spPr>
          <a:xfrm>
            <a:off x="1235" y="2686050"/>
            <a:ext cx="12190765" cy="4171950"/>
          </a:xfrm>
          <a:prstGeom prst="rect">
            <a:avLst/>
          </a:prstGeom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4621A1C5-0856-687B-677F-6F322357B316}"/>
              </a:ext>
            </a:extLst>
          </p:cNvPr>
          <p:cNvSpPr/>
          <p:nvPr userDrawn="1"/>
        </p:nvSpPr>
        <p:spPr>
          <a:xfrm>
            <a:off x="0" y="1686560"/>
            <a:ext cx="12190765" cy="5171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63FD3450-C19E-E2BB-1367-52B6CBD372CF}"/>
              </a:ext>
            </a:extLst>
          </p:cNvPr>
          <p:cNvSpPr/>
          <p:nvPr userDrawn="1"/>
        </p:nvSpPr>
        <p:spPr>
          <a:xfrm>
            <a:off x="8477250" y="2625091"/>
            <a:ext cx="3714750" cy="35433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8529FC8-9A19-EF2F-5B51-C5BE08EB0D8A}"/>
              </a:ext>
            </a:extLst>
          </p:cNvPr>
          <p:cNvSpPr txBox="1"/>
          <p:nvPr userDrawn="1"/>
        </p:nvSpPr>
        <p:spPr>
          <a:xfrm>
            <a:off x="3050278" y="1754775"/>
            <a:ext cx="6094070" cy="2977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b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srgbClr val="78D64B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</a:br>
            <a:b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srgbClr val="78D64B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</a:br>
            <a:b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srgbClr val="78D64B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</a:b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srgbClr val="78D64B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EQUIPO: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srgbClr val="78D64B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Campus: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MX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24" name="Marcador de texto 48">
            <a:extLst>
              <a:ext uri="{FF2B5EF4-FFF2-40B4-BE49-F238E27FC236}">
                <a16:creationId xmlns:a16="http://schemas.microsoft.com/office/drawing/2014/main" id="{8E381266-DDEA-67B0-5BE7-AB20E7A48B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95072" y="2827765"/>
            <a:ext cx="6001238" cy="60196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kumimoji="0" lang="es-MX" sz="28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lack" panose="00000A00000000000000" pitchFamily="2" charset="0"/>
                <a:ea typeface="+mn-ea"/>
                <a:cs typeface="+mn-cs"/>
              </a:defRPr>
            </a:lvl1pPr>
          </a:lstStyle>
          <a:p>
            <a:pPr lvl="0"/>
            <a:endParaRPr lang="es-MX" dirty="0"/>
          </a:p>
        </p:txBody>
      </p:sp>
      <p:sp>
        <p:nvSpPr>
          <p:cNvPr id="27" name="Marcador de texto 41">
            <a:extLst>
              <a:ext uri="{FF2B5EF4-FFF2-40B4-BE49-F238E27FC236}">
                <a16:creationId xmlns:a16="http://schemas.microsoft.com/office/drawing/2014/main" id="{CB7B16FD-7A47-60C8-A02D-5B235F32E3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44901" y="4108931"/>
            <a:ext cx="4901579" cy="31370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pPr lvl="0"/>
            <a:endParaRPr lang="es-MX" dirty="0"/>
          </a:p>
        </p:txBody>
      </p:sp>
      <p:sp>
        <p:nvSpPr>
          <p:cNvPr id="28" name="TextBox 6">
            <a:extLst>
              <a:ext uri="{FF2B5EF4-FFF2-40B4-BE49-F238E27FC236}">
                <a16:creationId xmlns:a16="http://schemas.microsoft.com/office/drawing/2014/main" id="{D60BE332-C6E5-EF20-4320-4F588C51402B}"/>
              </a:ext>
            </a:extLst>
          </p:cNvPr>
          <p:cNvSpPr txBox="1"/>
          <p:nvPr userDrawn="1"/>
        </p:nvSpPr>
        <p:spPr>
          <a:xfrm>
            <a:off x="9858528" y="5937558"/>
            <a:ext cx="175644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rgbClr val="78D64B"/>
                </a:solidFill>
                <a:latin typeface="Montserrat" pitchFamily="2" charset="77"/>
                <a:ea typeface="Source Sans Pro"/>
                <a:cs typeface="Calibri"/>
              </a:rPr>
              <a:t>¡Gracias!</a:t>
            </a:r>
          </a:p>
        </p:txBody>
      </p:sp>
      <p:pic>
        <p:nvPicPr>
          <p:cNvPr id="2" name="Google Shape;86;p17">
            <a:extLst>
              <a:ext uri="{FF2B5EF4-FFF2-40B4-BE49-F238E27FC236}">
                <a16:creationId xmlns:a16="http://schemas.microsoft.com/office/drawing/2014/main" id="{00B3C173-E325-36BE-58CA-219DC631FAA7}"/>
              </a:ext>
            </a:extLst>
          </p:cNvPr>
          <p:cNvPicPr preferRelativeResize="0"/>
          <p:nvPr userDrawn="1"/>
        </p:nvPicPr>
        <p:blipFill>
          <a:blip r:embed="rId3">
            <a:alphaModFix amt="35000"/>
            <a:biLevel thresh="50000"/>
          </a:blip>
          <a:srcRect l="43286" b="34982"/>
          <a:stretch>
            <a:fillRect/>
          </a:stretch>
        </p:blipFill>
        <p:spPr>
          <a:xfrm>
            <a:off x="8051" y="4477638"/>
            <a:ext cx="3201371" cy="2373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86;p17">
            <a:extLst>
              <a:ext uri="{FF2B5EF4-FFF2-40B4-BE49-F238E27FC236}">
                <a16:creationId xmlns:a16="http://schemas.microsoft.com/office/drawing/2014/main" id="{1C862A80-5C2B-E159-1705-DA715A9CC271}"/>
              </a:ext>
            </a:extLst>
          </p:cNvPr>
          <p:cNvPicPr preferRelativeResize="0"/>
          <p:nvPr userDrawn="1"/>
        </p:nvPicPr>
        <p:blipFill>
          <a:blip r:embed="rId3">
            <a:alphaModFix amt="35000"/>
          </a:blip>
          <a:srcRect l="-2623" t="31302" r="43377" b="4168"/>
          <a:stretch>
            <a:fillRect/>
          </a:stretch>
        </p:blipFill>
        <p:spPr>
          <a:xfrm>
            <a:off x="8313675" y="6967"/>
            <a:ext cx="3883329" cy="25990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1308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en blanco y negro&#10;&#10;El contenido generado por IA puede ser incorrecto.">
            <a:extLst>
              <a:ext uri="{FF2B5EF4-FFF2-40B4-BE49-F238E27FC236}">
                <a16:creationId xmlns:a16="http://schemas.microsoft.com/office/drawing/2014/main" id="{FE295DD4-075B-5FCC-35AA-66525C71419E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617" y="0"/>
            <a:ext cx="121907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065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81" r:id="rId2"/>
    <p:sldLayoutId id="2147483675" r:id="rId3"/>
    <p:sldLayoutId id="2147483682" r:id="rId4"/>
    <p:sldLayoutId id="2147483661" r:id="rId5"/>
    <p:sldLayoutId id="2147483679" r:id="rId6"/>
    <p:sldLayoutId id="214748368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1562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94168340-D607-1B94-9FEC-8440870FEAF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MX" dirty="0">
                <a:latin typeface="Montserrat Black" panose="00000A00000000000000" pitchFamily="2" charset="0"/>
              </a:rPr>
              <a:t>KIA México: </a:t>
            </a:r>
            <a:r>
              <a:rPr lang="es-MX" dirty="0"/>
              <a:t>Digital Paint Shop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31B5703-2EC6-BA24-DE89-41B72DBC46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5F72182-0523-35AD-5963-5A029F3EDA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53837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2592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3DFDFF4C-74AA-26DC-E3C5-B701F960BE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2123440"/>
            <a:ext cx="10515600" cy="4104640"/>
          </a:xfrm>
        </p:spPr>
        <p:txBody>
          <a:bodyPr/>
          <a:lstStyle/>
          <a:p>
            <a:pPr algn="just"/>
            <a:r>
              <a:rPr lang="es-MX" sz="2400" dirty="0"/>
              <a:t>Diseñar una solución innovadora, basada en conceptos de Industria 4.0 (como inteligencia artificial, gemelos digitales y analítica de datos), que permita que al menos el 80% de los parámetros críticos del Paint Shop en KIA México estén digitalmente conectados, monitoreados y optimizados, considerando las restricciones reales de operación y presupuesto de la planta.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22F1D2B7-54D7-FC14-CA61-48BC967A8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Objetivo del reto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EF194BF-AD00-28FE-95AE-C32DD262E1B7}"/>
              </a:ext>
            </a:extLst>
          </p:cNvPr>
          <p:cNvSpPr txBox="1"/>
          <p:nvPr/>
        </p:nvSpPr>
        <p:spPr>
          <a:xfrm>
            <a:off x="780081" y="6308619"/>
            <a:ext cx="10631837" cy="549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D44B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srgbClr val="78D74B"/>
                </a:solidFill>
                <a:effectLst/>
                <a:uLnTx/>
                <a:uFillTx/>
                <a:latin typeface="Montserrat Black" panose="00000A00000000000000" pitchFamily="2" charset="0"/>
                <a:ea typeface="+mn-ea"/>
                <a:cs typeface="+mn-cs"/>
              </a:rPr>
              <a:t>IMPORTANTE: </a:t>
            </a:r>
            <a:r>
              <a:rPr kumimoji="0" lang="es-MX" sz="1500" b="1" i="0" u="none" strike="noStrike" kern="1200" cap="none" spc="0" normalizeH="0" baseline="0" noProof="0" dirty="0">
                <a:ln>
                  <a:noFill/>
                </a:ln>
                <a:solidFill>
                  <a:srgbClr val="78D74B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Esta diapositiva se incluye únicamente como referencia y debe eliminarse/ocultarse en la entrega y en la presentación final.</a:t>
            </a:r>
          </a:p>
        </p:txBody>
      </p:sp>
    </p:spTree>
    <p:extLst>
      <p:ext uri="{BB962C8B-B14F-4D97-AF65-F5344CB8AC3E}">
        <p14:creationId xmlns:p14="http://schemas.microsoft.com/office/powerpoint/2010/main" val="2463796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F720173-7BDC-EBC8-B408-5DD712A7E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9265883B-E739-734D-F97B-6494FD0CF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Entregables esperados</a:t>
            </a:r>
          </a:p>
        </p:txBody>
      </p:sp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D56346FD-4CAB-C9D0-8727-6F6014AA8A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723221"/>
            <a:ext cx="10515600" cy="4504859"/>
          </a:xfrm>
        </p:spPr>
        <p:txBody>
          <a:bodyPr/>
          <a:lstStyle/>
          <a:p>
            <a:pPr marL="342900" indent="-342900">
              <a:spcAft>
                <a:spcPts val="1200"/>
              </a:spcAft>
              <a:buClr>
                <a:srgbClr val="78D64B"/>
              </a:buClr>
              <a:buFont typeface="+mj-lt"/>
              <a:buAutoNum type="arabicPeriod"/>
            </a:pPr>
            <a:r>
              <a:rPr lang="es-MX" dirty="0"/>
              <a:t>Propuesta técnica </a:t>
            </a:r>
          </a:p>
          <a:p>
            <a:pPr marL="342900" indent="-342900">
              <a:spcAft>
                <a:spcPts val="1200"/>
              </a:spcAft>
              <a:buClr>
                <a:srgbClr val="78D64B"/>
              </a:buClr>
              <a:buFont typeface="+mj-lt"/>
              <a:buAutoNum type="arabicPeriod"/>
            </a:pPr>
            <a:r>
              <a:rPr lang="es-MX" dirty="0"/>
              <a:t>Propuesta financiera</a:t>
            </a:r>
          </a:p>
          <a:p>
            <a:pPr marL="342900" indent="-342900">
              <a:spcAft>
                <a:spcPts val="1200"/>
              </a:spcAft>
              <a:buClr>
                <a:srgbClr val="78D64B"/>
              </a:buClr>
              <a:buFont typeface="+mj-lt"/>
              <a:buAutoNum type="arabicPeriod"/>
            </a:pPr>
            <a:r>
              <a:rPr lang="es-MX" dirty="0"/>
              <a:t>Plan de implementación</a:t>
            </a:r>
          </a:p>
          <a:p>
            <a:r>
              <a:rPr lang="es-MX" dirty="0"/>
              <a:t>​​</a:t>
            </a:r>
          </a:p>
          <a:p>
            <a:r>
              <a:rPr lang="es-MX" b="1" dirty="0"/>
              <a:t>Más detalles en documento "Hoja de definición del reto“ y la “Rúbrica de evaluación del reto”</a:t>
            </a:r>
            <a:endParaRPr lang="es-MX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86824AA-9942-0DE4-5A82-2A9AB5CFEA2B}"/>
              </a:ext>
            </a:extLst>
          </p:cNvPr>
          <p:cNvSpPr txBox="1"/>
          <p:nvPr/>
        </p:nvSpPr>
        <p:spPr>
          <a:xfrm>
            <a:off x="780081" y="6308619"/>
            <a:ext cx="10631837" cy="549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D44B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srgbClr val="78D74B"/>
                </a:solidFill>
                <a:effectLst/>
                <a:uLnTx/>
                <a:uFillTx/>
                <a:latin typeface="Montserrat Black" panose="00000A00000000000000" pitchFamily="2" charset="0"/>
                <a:ea typeface="+mn-ea"/>
                <a:cs typeface="+mn-cs"/>
              </a:rPr>
              <a:t>IMPORTANTE: </a:t>
            </a:r>
            <a:r>
              <a:rPr kumimoji="0" lang="es-MX" sz="1500" b="1" i="0" u="none" strike="noStrike" kern="1200" cap="none" spc="0" normalizeH="0" baseline="0" noProof="0" dirty="0">
                <a:ln>
                  <a:noFill/>
                </a:ln>
                <a:solidFill>
                  <a:srgbClr val="78D74B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Esta diapositiva se incluye únicamente como referencia y debe eliminarse/ocultarse en la entrega y en la presentación final.</a:t>
            </a:r>
          </a:p>
        </p:txBody>
      </p:sp>
    </p:spTree>
    <p:extLst>
      <p:ext uri="{BB962C8B-B14F-4D97-AF65-F5344CB8AC3E}">
        <p14:creationId xmlns:p14="http://schemas.microsoft.com/office/powerpoint/2010/main" val="3734934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A3DB010-EC65-DE54-F009-2BEBE6E7C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BEFA2BF-862B-27F9-8A48-2EF43AF75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Aspectos a evaluar:</a:t>
            </a:r>
          </a:p>
        </p:txBody>
      </p:sp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76172F79-D93B-5E55-91B2-FE08BEE0A5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723221"/>
            <a:ext cx="10515600" cy="4504859"/>
          </a:xfrm>
        </p:spPr>
        <p:txBody>
          <a:bodyPr/>
          <a:lstStyle/>
          <a:p>
            <a:pPr marL="342900" indent="-342900">
              <a:buClr>
                <a:srgbClr val="78D74B"/>
              </a:buClr>
              <a:buFont typeface="+mj-lt"/>
              <a:buAutoNum type="arabicPeriod"/>
            </a:pPr>
            <a:r>
              <a:rPr lang="es-MX" dirty="0"/>
              <a:t>Uso de conceptos de Industria 4.0 (20%)</a:t>
            </a:r>
          </a:p>
          <a:p>
            <a:pPr marL="342900" indent="-342900">
              <a:buClr>
                <a:srgbClr val="78D74B"/>
              </a:buClr>
              <a:buFont typeface="+mj-lt"/>
              <a:buAutoNum type="arabicPeriod"/>
            </a:pPr>
            <a:r>
              <a:rPr lang="es-MX" dirty="0"/>
              <a:t>Conectividad y optimización de procesos (20%)</a:t>
            </a:r>
          </a:p>
          <a:p>
            <a:pPr marL="342900" indent="-342900">
              <a:buClr>
                <a:srgbClr val="78D74B"/>
              </a:buClr>
              <a:buFont typeface="+mj-lt"/>
              <a:buAutoNum type="arabicPeriod"/>
            </a:pPr>
            <a:r>
              <a:rPr lang="es-MX" dirty="0"/>
              <a:t>Cumplimiento de restricciones y presupuesto (15%)</a:t>
            </a:r>
          </a:p>
          <a:p>
            <a:pPr marL="342900" indent="-342900">
              <a:buClr>
                <a:srgbClr val="78D74B"/>
              </a:buClr>
              <a:buFont typeface="+mj-lt"/>
              <a:buAutoNum type="arabicPeriod"/>
            </a:pPr>
            <a:r>
              <a:rPr lang="es-MX" dirty="0"/>
              <a:t>Indicadores de éxito y medición (10%)</a:t>
            </a:r>
          </a:p>
          <a:p>
            <a:pPr marL="342900" indent="-342900">
              <a:buClr>
                <a:srgbClr val="78D74B"/>
              </a:buClr>
              <a:buFont typeface="+mj-lt"/>
              <a:buAutoNum type="arabicPeriod"/>
            </a:pPr>
            <a:r>
              <a:rPr lang="es-MX" dirty="0"/>
              <a:t>Propuesta técnica y viabilidad (10%) </a:t>
            </a:r>
          </a:p>
          <a:p>
            <a:pPr marL="342900" indent="-342900">
              <a:buClr>
                <a:srgbClr val="78D74B"/>
              </a:buClr>
              <a:buFont typeface="+mj-lt"/>
              <a:buAutoNum type="arabicPeriod"/>
            </a:pPr>
            <a:r>
              <a:rPr lang="es-MX" dirty="0"/>
              <a:t>Plan de implementación (10%)</a:t>
            </a:r>
          </a:p>
          <a:p>
            <a:pPr marL="342900" indent="-342900">
              <a:buClr>
                <a:srgbClr val="78D74B"/>
              </a:buClr>
              <a:buFont typeface="+mj-lt"/>
              <a:buAutoNum type="arabicPeriod"/>
            </a:pPr>
            <a:r>
              <a:rPr lang="es-MX" dirty="0"/>
              <a:t>Innovación y creatividad (5%) </a:t>
            </a:r>
          </a:p>
          <a:p>
            <a:pPr marL="342900" indent="-342900">
              <a:buClr>
                <a:srgbClr val="78D74B"/>
              </a:buClr>
              <a:buFont typeface="+mj-lt"/>
              <a:buAutoNum type="arabicPeriod"/>
            </a:pPr>
            <a:r>
              <a:rPr lang="es-MX" dirty="0"/>
              <a:t>Uso de Inteligencia Artificial (5%)</a:t>
            </a:r>
          </a:p>
          <a:p>
            <a:pPr marL="342900" indent="-342900">
              <a:buClr>
                <a:srgbClr val="78D74B"/>
              </a:buClr>
              <a:buFont typeface="+mj-lt"/>
              <a:buAutoNum type="arabicPeriod"/>
            </a:pPr>
            <a:r>
              <a:rPr lang="es-MX" dirty="0"/>
              <a:t>Presentación (5%)</a:t>
            </a:r>
          </a:p>
          <a:p>
            <a:pPr marL="342900" indent="-342900">
              <a:buClr>
                <a:srgbClr val="78D74B"/>
              </a:buClr>
              <a:buFont typeface="+mj-lt"/>
              <a:buAutoNum type="arabicPeriod"/>
            </a:pPr>
            <a:endParaRPr lang="es-MX" dirty="0"/>
          </a:p>
          <a:p>
            <a:r>
              <a:rPr lang="es-MX" b="1" dirty="0"/>
              <a:t>Más detalles en documento "Rúbrica de Evaluación"</a:t>
            </a:r>
            <a:endParaRPr lang="es-MX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BC96CE7-5567-B72F-2DC2-6B79C01955C5}"/>
              </a:ext>
            </a:extLst>
          </p:cNvPr>
          <p:cNvSpPr txBox="1"/>
          <p:nvPr/>
        </p:nvSpPr>
        <p:spPr>
          <a:xfrm>
            <a:off x="780081" y="6308619"/>
            <a:ext cx="10631837" cy="549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D44B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srgbClr val="78D74B"/>
                </a:solidFill>
                <a:effectLst/>
                <a:uLnTx/>
                <a:uFillTx/>
                <a:latin typeface="Montserrat Black" panose="00000A00000000000000" pitchFamily="2" charset="0"/>
                <a:ea typeface="+mn-ea"/>
                <a:cs typeface="+mn-cs"/>
              </a:rPr>
              <a:t>IMPORTANTE: </a:t>
            </a:r>
            <a:r>
              <a:rPr kumimoji="0" lang="es-MX" sz="1500" b="1" i="0" u="none" strike="noStrike" kern="1200" cap="none" spc="0" normalizeH="0" baseline="0" noProof="0" dirty="0">
                <a:ln>
                  <a:noFill/>
                </a:ln>
                <a:solidFill>
                  <a:srgbClr val="78D74B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Esta diapositiva se incluye únicamente como referencia y debe eliminarse/ocultarse en la entrega y en la presentación final.</a:t>
            </a:r>
          </a:p>
        </p:txBody>
      </p:sp>
    </p:spTree>
    <p:extLst>
      <p:ext uri="{BB962C8B-B14F-4D97-AF65-F5344CB8AC3E}">
        <p14:creationId xmlns:p14="http://schemas.microsoft.com/office/powerpoint/2010/main" val="990720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824B8-B1A7-CA3D-CD73-739846CF6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1D785CC-FC79-D364-64F7-B6FB300713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Content (for each team member):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400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Full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Academic program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Campus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Photo</a:t>
            </a:r>
            <a:endParaRPr lang="es-MX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42AE3179-C587-BBD3-BAEB-08BE3E0D5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Team </a:t>
            </a:r>
            <a:r>
              <a:rPr lang="es-MX" dirty="0" err="1"/>
              <a:t>members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07006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E11FD-8A87-FF16-DF60-48654B026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3696305-286E-3A24-B5D3-66231A9996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Content: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400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Brief description of the Paint Shop process and its complexity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Key Industry 4.0 concepts used in the proposal:</a:t>
            </a:r>
          </a:p>
          <a:p>
            <a:pPr marL="971550" lvl="1" indent="-285750"/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Montserrat" panose="00000500000000000000" pitchFamily="2" charset="0"/>
              </a:rPr>
              <a:t>Artificial Intelligence</a:t>
            </a:r>
          </a:p>
          <a:p>
            <a:pPr marL="971550" lvl="1" indent="-285750"/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Montserrat" panose="00000500000000000000" pitchFamily="2" charset="0"/>
              </a:rPr>
              <a:t>Data analytics</a:t>
            </a:r>
          </a:p>
          <a:p>
            <a:pPr marL="971550" lvl="1" indent="-285750"/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Montserrat" panose="00000500000000000000" pitchFamily="2" charset="0"/>
              </a:rPr>
              <a:t>Industrial connectivity</a:t>
            </a:r>
          </a:p>
          <a:p>
            <a:pPr marL="971550" lvl="1" indent="-285750"/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Montserrat" panose="00000500000000000000" pitchFamily="2" charset="0"/>
              </a:rPr>
              <a:t>Digital platforms or digital twins (if applicable)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Why these technologies are relevant for the Paint Shop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How they support digitalization and decision-making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E675E5A3-D1A1-E890-5928-227975161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Industry 4.0 Concepts (20%)</a:t>
            </a:r>
          </a:p>
        </p:txBody>
      </p:sp>
    </p:spTree>
    <p:extLst>
      <p:ext uri="{BB962C8B-B14F-4D97-AF65-F5344CB8AC3E}">
        <p14:creationId xmlns:p14="http://schemas.microsoft.com/office/powerpoint/2010/main" val="3468876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68D00-820A-1F0C-011A-E47AA956B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741EEC-9C73-A024-E393-23221007D7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Content: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400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Critical process parameters to be digitalized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How parameters are currently managed (high-level)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How data will be captured and connected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Data flow and system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How the solution enables:</a:t>
            </a:r>
          </a:p>
          <a:p>
            <a:pPr marL="971550" lvl="1" indent="-285750"/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Montserrat" panose="00000500000000000000" pitchFamily="2" charset="0"/>
              </a:rPr>
              <a:t>Real-time or near real-time monitoring</a:t>
            </a:r>
          </a:p>
          <a:p>
            <a:pPr marL="971550" lvl="1" indent="-285750"/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Montserrat" panose="00000500000000000000" pitchFamily="2" charset="0"/>
              </a:rPr>
              <a:t>Process optimization</a:t>
            </a:r>
          </a:p>
          <a:p>
            <a:pPr marL="971550" lvl="1" indent="-285750"/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Montserrat" panose="00000500000000000000" pitchFamily="2" charset="0"/>
              </a:rPr>
              <a:t>Reduction of variability or defects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3FC13339-0718-B7A2-30CA-84F6AA1DE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Connectivity and Process Optimization (20%)</a:t>
            </a:r>
          </a:p>
        </p:txBody>
      </p:sp>
    </p:spTree>
    <p:extLst>
      <p:ext uri="{BB962C8B-B14F-4D97-AF65-F5344CB8AC3E}">
        <p14:creationId xmlns:p14="http://schemas.microsoft.com/office/powerpoint/2010/main" val="2546226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06D20-7637-5695-ED65-FE1A81B27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25D9D77-7F10-51CF-8ABD-531952D283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Content: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400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Operational constraints considered:</a:t>
            </a:r>
          </a:p>
          <a:p>
            <a:pPr marL="971550" lvl="1" indent="-285750"/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Montserrat" panose="00000500000000000000" pitchFamily="2" charset="0"/>
              </a:rPr>
              <a:t>Two technical shutdowns per year</a:t>
            </a:r>
          </a:p>
          <a:p>
            <a:pPr marL="971550" lvl="1" indent="-285750"/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Montserrat" panose="00000500000000000000" pitchFamily="2" charset="0"/>
              </a:rPr>
              <a:t>Weekend-only interventions</a:t>
            </a:r>
          </a:p>
          <a:p>
            <a:pPr marL="971550" lvl="1" indent="-285750"/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Montserrat" panose="00000500000000000000" pitchFamily="2" charset="0"/>
              </a:rPr>
              <a:t>Limited installation windows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Technological constraints in the Mexican plant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Budget considerations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How the proposal adapts to these constraints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Why the solution is realistic and viable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F959772A-9D09-1492-8D1A-9F8091F97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Compliance with Constraints and Budget (15%)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91334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C45A3-EEFF-99B8-FC61-BC7E83619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DF2DA36-B4AA-4318-C71A-8611B07F22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Content: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400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How progress toward 80% digitalization will be measured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Percentage of critical parameters digitally connected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Monitoring coverage across the Paint Shop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Stability and consistency indicators of monitored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Tools and dashboards used to track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Evidence used to verify improvement over time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60C75CEB-8AAE-E05A-59B1-860E6028B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Success Indicators and Measurement (10%)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61050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D6AEB-4283-4057-F289-C71BBB0D8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8873DCC-1C69-C6E8-C8DF-1BDC81BCB8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Content: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400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High-level architecture of the 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Main components (sensors, platforms, analytics, dashboards)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Data logic and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Compatibility with an automotive manufacturing environment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Why the solution is technically feasible for KIA Mexico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8F17A0F9-B674-C302-2DEE-320D9DCD4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Proposal and Viability (10%)</a:t>
            </a:r>
          </a:p>
        </p:txBody>
      </p:sp>
    </p:spTree>
    <p:extLst>
      <p:ext uri="{BB962C8B-B14F-4D97-AF65-F5344CB8AC3E}">
        <p14:creationId xmlns:p14="http://schemas.microsoft.com/office/powerpoint/2010/main" val="1596761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08E5F-455A-A820-F061-1E41F282D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E807AD-DDD2-51ED-517C-FAA0CDCEAD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Content: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400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Phases of implementation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Activities aligned to:</a:t>
            </a:r>
          </a:p>
          <a:p>
            <a:pPr marL="971550" lvl="1" indent="-285750"/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Montserrat" panose="00000500000000000000" pitchFamily="2" charset="0"/>
              </a:rPr>
              <a:t>Technical shutdowns</a:t>
            </a:r>
          </a:p>
          <a:p>
            <a:pPr marL="971550" lvl="1" indent="-285750"/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Montserrat" panose="00000500000000000000" pitchFamily="2" charset="0"/>
              </a:rPr>
              <a:t>Weekend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What is implemented in each phase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Timeline overview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Justification for the proposed sequence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3D53E8D5-D5ED-F1A5-BEAF-5930EFE06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Implementation</a:t>
            </a:r>
            <a:r>
              <a:rPr lang="fr-FR" dirty="0"/>
              <a:t> Plan (10%)</a:t>
            </a:r>
          </a:p>
        </p:txBody>
      </p:sp>
    </p:spTree>
    <p:extLst>
      <p:ext uri="{BB962C8B-B14F-4D97-AF65-F5344CB8AC3E}">
        <p14:creationId xmlns:p14="http://schemas.microsoft.com/office/powerpoint/2010/main" val="24054369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28CE1-C7AF-42A1-C010-A7BF9B7C6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B5F5ACE-7B9D-DE44-B5C6-797356EB70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Content: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400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Innovative aspects of the proposal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What makes the solution different from traditional approaches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Creative use of data, connectivity, or visualization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How innovation adds operational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CEB7980D-F7EF-AB0F-4807-600F948D0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Innovation and Creativity (5%)</a:t>
            </a:r>
          </a:p>
        </p:txBody>
      </p:sp>
    </p:spTree>
    <p:extLst>
      <p:ext uri="{BB962C8B-B14F-4D97-AF65-F5344CB8AC3E}">
        <p14:creationId xmlns:p14="http://schemas.microsoft.com/office/powerpoint/2010/main" val="34624002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AF6FF-F52F-C30B-2BD9-2DCA8D056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218AB3C-FEF0-0EEE-6E9E-35CE2AC767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Content: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Explain how and for what purpose artificial intelligence was used during the development of your proposal (e.g., ideation, research, text improvement, image creation, prototyping, or analysis)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BFB4751-578C-83A4-E20D-A1C9029E885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MX" dirty="0"/>
              <a:t>Use </a:t>
            </a:r>
            <a:r>
              <a:rPr lang="es-MX" dirty="0" err="1"/>
              <a:t>of</a:t>
            </a:r>
            <a:r>
              <a:rPr lang="es-MX" dirty="0"/>
              <a:t> Artificial Intelligence (5%)</a:t>
            </a:r>
          </a:p>
        </p:txBody>
      </p:sp>
    </p:spTree>
    <p:extLst>
      <p:ext uri="{BB962C8B-B14F-4D97-AF65-F5344CB8AC3E}">
        <p14:creationId xmlns:p14="http://schemas.microsoft.com/office/powerpoint/2010/main" val="3707528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28ADF-4C99-F76A-5D4B-04C5F7D40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7C1F5BE-FEAB-9F34-B21B-F8831711CC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Content: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Solution summary and core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Key benefits and expected impact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Why this proposal should be considered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Strong closing message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FBF5E7-B5D8-F469-BCB5-4272B9EEB914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MX" dirty="0" err="1"/>
              <a:t>Conclusion</a:t>
            </a:r>
            <a:r>
              <a:rPr lang="es-MX" dirty="0"/>
              <a:t> &amp; </a:t>
            </a:r>
            <a:r>
              <a:rPr lang="es-MX" dirty="0" err="1"/>
              <a:t>benefits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950062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79BC4AF0-91B5-35DD-A4E2-DC28F21FB4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2EA5D7D-0F34-7D87-9E9B-CACE9C29BB9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89084381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7935A43B9C19F4F8A44D990B1578BFD" ma:contentTypeVersion="19" ma:contentTypeDescription="Crear nuevo documento." ma:contentTypeScope="" ma:versionID="07f633b1aee61d1b7950ac40c16bec01">
  <xsd:schema xmlns:xsd="http://www.w3.org/2001/XMLSchema" xmlns:xs="http://www.w3.org/2001/XMLSchema" xmlns:p="http://schemas.microsoft.com/office/2006/metadata/properties" xmlns:ns2="8b85e5d6-44e9-44b4-9151-a598d4cd8322" xmlns:ns3="678ea346-de7b-463c-ad58-468f2b6b1f84" targetNamespace="http://schemas.microsoft.com/office/2006/metadata/properties" ma:root="true" ma:fieldsID="b9f5405dcab91b05e07dc622aa03f00e" ns2:_="" ns3:_="">
    <xsd:import namespace="8b85e5d6-44e9-44b4-9151-a598d4cd8322"/>
    <xsd:import namespace="678ea346-de7b-463c-ad58-468f2b6b1f8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D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85e5d6-44e9-44b4-9151-a598d4cd83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13c8208e-38ef-4023-9a11-45f5d269fb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DS" ma:index="24" nillable="true" ma:displayName="DS" ma:format="Dropdown" ma:internalName="DS">
      <xsd:simpleType>
        <xsd:restriction base="dms:Lookup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8ea346-de7b-463c-ad58-468f2b6b1f84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1edc495-2604-45bc-b667-2d3478ccba5e}" ma:internalName="TaxCatchAll" ma:showField="CatchAllData" ma:web="678ea346-de7b-463c-ad58-468f2b6b1f8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78ea346-de7b-463c-ad58-468f2b6b1f84" xsi:nil="true"/>
    <lcf76f155ced4ddcb4097134ff3c332f xmlns="8b85e5d6-44e9-44b4-9151-a598d4cd8322">
      <Terms xmlns="http://schemas.microsoft.com/office/infopath/2007/PartnerControls"/>
    </lcf76f155ced4ddcb4097134ff3c332f>
    <DS xmlns="8b85e5d6-44e9-44b4-9151-a598d4cd8322" xsi:nil="true"/>
  </documentManagement>
</p:properties>
</file>

<file path=customXml/itemProps1.xml><?xml version="1.0" encoding="utf-8"?>
<ds:datastoreItem xmlns:ds="http://schemas.openxmlformats.org/officeDocument/2006/customXml" ds:itemID="{FAB97682-4835-4760-A9F1-591BA98C5FF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82B05A1-57CC-49C9-A7FF-C037A2297E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b85e5d6-44e9-44b4-9151-a598d4cd8322"/>
    <ds:schemaRef ds:uri="678ea346-de7b-463c-ad58-468f2b6b1f8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BCA7370-4AB4-4516-8AEF-14251258D361}">
  <ds:schemaRefs>
    <ds:schemaRef ds:uri="http://schemas.microsoft.com/office/2006/metadata/properties"/>
    <ds:schemaRef ds:uri="http://schemas.microsoft.com/office/infopath/2007/PartnerControls"/>
    <ds:schemaRef ds:uri="678ea346-de7b-463c-ad58-468f2b6b1f84"/>
    <ds:schemaRef ds:uri="8b85e5d6-44e9-44b4-9151-a598d4cd8322"/>
  </ds:schemaRefs>
</ds:datastoreItem>
</file>

<file path=docMetadata/LabelInfo.xml><?xml version="1.0" encoding="utf-8"?>
<clbl:labelList xmlns:clbl="http://schemas.microsoft.com/office/2020/mipLabelMetadata">
  <clbl:label id="{030e951d-6efd-42f5-8427-bab632cf8010}" enabled="0" method="" siteId="{030e951d-6efd-42f5-8427-bab632cf801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7049</TotalTime>
  <Words>655</Words>
  <Application>Microsoft Office PowerPoint</Application>
  <PresentationFormat>Panorámica</PresentationFormat>
  <Paragraphs>114</Paragraphs>
  <Slides>17</Slides>
  <Notes>7</Notes>
  <HiddenSlides>4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4" baseType="lpstr">
      <vt:lpstr>Aptos</vt:lpstr>
      <vt:lpstr>Arial</vt:lpstr>
      <vt:lpstr>Magallanes Regular</vt:lpstr>
      <vt:lpstr>Montserrat</vt:lpstr>
      <vt:lpstr>Montserrat Black</vt:lpstr>
      <vt:lpstr>Wingdings</vt:lpstr>
      <vt:lpstr>1_Tema de Office</vt:lpstr>
      <vt:lpstr>Presentación de PowerPoint</vt:lpstr>
      <vt:lpstr>Presentación de PowerPoint</vt:lpstr>
      <vt:lpstr>Presentación de PowerPoint</vt:lpstr>
      <vt:lpstr>Objetivo del reto</vt:lpstr>
      <vt:lpstr>Entregables esperados</vt:lpstr>
      <vt:lpstr>Aspectos a evaluar:</vt:lpstr>
      <vt:lpstr>Team members</vt:lpstr>
      <vt:lpstr>Use of Industry 4.0 Concepts (20%)</vt:lpstr>
      <vt:lpstr>Connectivity and Process Optimization (20%)</vt:lpstr>
      <vt:lpstr>Compliance with Constraints and Budget (15%)</vt:lpstr>
      <vt:lpstr>Success Indicators and Measurement (10%)</vt:lpstr>
      <vt:lpstr>Technical Proposal and Viability (10%)</vt:lpstr>
      <vt:lpstr>Implementation Plan (10%)</vt:lpstr>
      <vt:lpstr>Innovation and Creativity (5%)</vt:lpstr>
      <vt:lpstr>Use of Artificial Intelligence (5%)</vt:lpstr>
      <vt:lpstr>Conclusion &amp; benefits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EDWIN ALAN VELEZ BELTRAN</dc:creator>
  <cp:lastModifiedBy>MIGUEL ANGEL PALMA BOJORQUEZ</cp:lastModifiedBy>
  <cp:revision>4</cp:revision>
  <dcterms:created xsi:type="dcterms:W3CDTF">2024-08-29T15:33:07Z</dcterms:created>
  <dcterms:modified xsi:type="dcterms:W3CDTF">2025-12-31T22:32:38Z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0x01010037935A43B9C19F4F8A44D990B1578BFD</vt:lpwstr>
  </property>
</Properties>
</file>